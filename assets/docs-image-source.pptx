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>
        <p:scale>
          <a:sx n="75" d="100"/>
          <a:sy n="75" d="100"/>
        </p:scale>
        <p:origin x="690" y="29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E3E46FD-76E8-7889-D3F1-9009653014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820C4F00-EB6D-6635-CE60-A417479CF3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F2BB343-3404-5FB7-7D38-F56F0ED4B0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8AE5C-1802-44DF-8FF7-B9F28567BF0D}" type="datetimeFigureOut">
              <a:rPr kumimoji="1" lang="ja-JP" altLang="en-US" smtClean="0"/>
              <a:t>2026/7/18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345CE17-0975-C12A-10A7-A9E70DF4B9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09F007-98C3-1D14-28A3-D5AEEE1D0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FE6054-7650-435E-A483-FED81FA94D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944856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5D1AB4A-CADF-7DC4-9A01-AC08C171D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ECADC23-B7F6-04CD-A21C-8463A7427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56C28DB-CA6C-EACE-3B4B-32209D72BC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8AE5C-1802-44DF-8FF7-B9F28567BF0D}" type="datetimeFigureOut">
              <a:rPr kumimoji="1" lang="ja-JP" altLang="en-US" smtClean="0"/>
              <a:t>2026/7/18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C739DEC-968D-6B50-A0BE-D7ECCAF1E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D6E400A-E4DF-9F55-64C8-75DE4B1E46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FE6054-7650-435E-A483-FED81FA94D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689091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0DFF647-FFEF-25AA-2C93-6DC935FC7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29B2E05-D284-9363-2E52-FBAC2D4C9A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6976F19-2285-72D2-5041-32210C6BF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8AE5C-1802-44DF-8FF7-B9F28567BF0D}" type="datetimeFigureOut">
              <a:rPr kumimoji="1" lang="ja-JP" altLang="en-US" smtClean="0"/>
              <a:t>2026/7/18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1E253F3-CAEF-55FB-9056-9EAE0E65C3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AFD1879-71EF-585A-09CD-05FC020066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FE6054-7650-435E-A483-FED81FA94D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354903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E2DD2CD-02C0-9A02-87FD-CB7E1CF8E3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08C2212-5128-A61E-7F89-C27B6E98B5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7584825-00B9-C1BA-8DCD-B1CBE8F5F4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7D41D51-145E-BCB8-D1C3-608650C822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8AE5C-1802-44DF-8FF7-B9F28567BF0D}" type="datetimeFigureOut">
              <a:rPr kumimoji="1" lang="ja-JP" altLang="en-US" smtClean="0"/>
              <a:t>2026/7/18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8D1A291-A039-EB84-083F-556ED41C56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07DDBE5-E1DB-CBEB-98D0-D57354575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FE6054-7650-435E-A483-FED81FA94D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20548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95AD9EA-CC59-2278-8F69-83167AA325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816B734-671F-A8B1-B6F1-2E8B36CFC5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CCDAA15-59FF-7C5C-ABAB-10FFE16099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013FAFD9-FCF9-396B-DBA4-857AFC55550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453682D2-ADDF-0C8C-428B-71DAD90815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46A9977-F056-96E9-E5D2-4ECDA32FED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8AE5C-1802-44DF-8FF7-B9F28567BF0D}" type="datetimeFigureOut">
              <a:rPr kumimoji="1" lang="ja-JP" altLang="en-US" smtClean="0"/>
              <a:t>2026/7/18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1C56342-9D37-0B39-AE74-FFE6D08BC4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7819368-B8DB-C7FE-4245-EDBF9331C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FE6054-7650-435E-A483-FED81FA94D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89984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77C6DDE-ED42-51A1-D78B-E316E53F7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AE917461-23BC-9AEA-4B74-01BBF11F5E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8AE5C-1802-44DF-8FF7-B9F28567BF0D}" type="datetimeFigureOut">
              <a:rPr kumimoji="1" lang="ja-JP" altLang="en-US" smtClean="0"/>
              <a:t>2026/7/18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74320320-3E98-8FE3-D9FD-DD78A9CFC3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B5A55B7-F4CF-2D64-9123-A859C5ADC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FE6054-7650-435E-A483-FED81FA94D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886255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68375086-D7F4-55B6-C160-820EB0883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8AE5C-1802-44DF-8FF7-B9F28567BF0D}" type="datetimeFigureOut">
              <a:rPr kumimoji="1" lang="ja-JP" altLang="en-US" smtClean="0"/>
              <a:t>2026/7/18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E382E59E-ECD7-ACFB-DD2C-85AA3CF913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1EEB8C2-BE42-0E9E-0DC4-04988B506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FE6054-7650-435E-A483-FED81FA94D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964712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10033AF-74D0-67E3-FDE7-5DF1FE65DD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2549479-15CF-5F59-1F11-2DFBE17DBC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89E6C48-557E-A5EF-58AB-D9D21796A4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9B3BE96-3A6D-0F3E-78AE-0BAA240A30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8AE5C-1802-44DF-8FF7-B9F28567BF0D}" type="datetimeFigureOut">
              <a:rPr kumimoji="1" lang="ja-JP" altLang="en-US" smtClean="0"/>
              <a:t>2026/7/18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0CEAF86-8311-7A77-082C-DF3CA96666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3411ABE-1CD4-FD1A-5EB3-510F39FDD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FE6054-7650-435E-A483-FED81FA94D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619006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40D71B1-3DFF-EC65-CD2B-095ED1AD4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2D535199-8879-ED43-0674-498DE0B6097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F4924EB-B989-35E2-2E13-1923727F4D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45D8973-44B8-FA38-D2A3-0589644250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8AE5C-1802-44DF-8FF7-B9F28567BF0D}" type="datetimeFigureOut">
              <a:rPr kumimoji="1" lang="ja-JP" altLang="en-US" smtClean="0"/>
              <a:t>2026/7/18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B92336F-896A-9E12-6B57-86AA7857B6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ADBDC9E-A7FE-986A-9DEB-B9B45D8D4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FE6054-7650-435E-A483-FED81FA94D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729263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BB58B8-2831-9B2E-8419-C89A6951F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A574B28-B1B7-50C7-20DA-2162F96F31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0CBEFFA-14A6-FBCE-2E70-38321C6E7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8AE5C-1802-44DF-8FF7-B9F28567BF0D}" type="datetimeFigureOut">
              <a:rPr kumimoji="1" lang="ja-JP" altLang="en-US" smtClean="0"/>
              <a:t>2026/7/18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DA26BEB-DEE0-7685-EADD-B4BC49D61C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B7AF169-DA37-32C9-D4CF-FB1A3563F8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FE6054-7650-435E-A483-FED81FA94D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92064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8B9DE678-90D8-FA79-D779-B8220241EC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CA997B5-1517-42B8-45C5-3617E38E17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E92D3C7-6116-2166-C589-77601F7281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8AE5C-1802-44DF-8FF7-B9F28567BF0D}" type="datetimeFigureOut">
              <a:rPr kumimoji="1" lang="ja-JP" altLang="en-US" smtClean="0"/>
              <a:t>2026/7/18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A312FA3-7940-A81A-F384-0BBFD562E7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98DC5E8-3E0B-DE86-3586-6DACE4D684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FE6054-7650-435E-A483-FED81FA94D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639351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19222AA-4537-DC8B-FA37-26A6493B36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7C29593-C4D2-3FF5-73FB-8475351706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62D3C53-A1DF-2C2A-7852-55E8895FBC2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58AE5C-1802-44DF-8FF7-B9F28567BF0D}" type="datetimeFigureOut">
              <a:rPr kumimoji="1" lang="ja-JP" altLang="en-US" smtClean="0"/>
              <a:t>2026/7/18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93000EF-6810-16AA-1C5C-342B747488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130E06E-730A-0F81-E32D-791AD27F76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FE6054-7650-435E-A483-FED81FA94D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65415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 descr="The image displays a video editing software interface, featuring a selection of video segments with various durations, confidence levels, and transcripts, arranged in a timeline for audio editing and transcription.&#10;&#10;AI 生成コンテンツは誤りを含む可能性があります。">
            <a:extLst>
              <a:ext uri="{FF2B5EF4-FFF2-40B4-BE49-F238E27FC236}">
                <a16:creationId xmlns:a16="http://schemas.microsoft.com/office/drawing/2014/main" id="{0E82FA78-672D-603C-DE43-A23E6799F6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0"/>
            <a:ext cx="10972800" cy="6858000"/>
          </a:xfrm>
          <a:prstGeom prst="rect">
            <a:avLst/>
          </a:prstGeom>
        </p:spPr>
      </p:pic>
      <p:sp>
        <p:nvSpPr>
          <p:cNvPr id="8" name="吹き出し: 折線 7">
            <a:extLst>
              <a:ext uri="{FF2B5EF4-FFF2-40B4-BE49-F238E27FC236}">
                <a16:creationId xmlns:a16="http://schemas.microsoft.com/office/drawing/2014/main" id="{5AE52448-7D4B-9208-1E52-037140F65472}"/>
              </a:ext>
            </a:extLst>
          </p:cNvPr>
          <p:cNvSpPr/>
          <p:nvPr/>
        </p:nvSpPr>
        <p:spPr>
          <a:xfrm>
            <a:off x="1816906" y="1351472"/>
            <a:ext cx="2116739" cy="678612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147167"/>
              <a:gd name="adj6" fmla="val -45816"/>
            </a:avLst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1. Select “Load” to load movie</a:t>
            </a:r>
            <a:endParaRPr kumimoji="1" lang="ja-JP" altLang="en-US" dirty="0"/>
          </a:p>
        </p:txBody>
      </p:sp>
      <p:sp>
        <p:nvSpPr>
          <p:cNvPr id="10" name="吹き出し: 折線 9">
            <a:extLst>
              <a:ext uri="{FF2B5EF4-FFF2-40B4-BE49-F238E27FC236}">
                <a16:creationId xmlns:a16="http://schemas.microsoft.com/office/drawing/2014/main" id="{AB2A44AA-071F-91FB-4271-68F36D507063}"/>
              </a:ext>
            </a:extLst>
          </p:cNvPr>
          <p:cNvSpPr/>
          <p:nvPr/>
        </p:nvSpPr>
        <p:spPr>
          <a:xfrm>
            <a:off x="2029887" y="2915728"/>
            <a:ext cx="2116739" cy="678612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16392"/>
              <a:gd name="adj6" fmla="val -27885"/>
            </a:avLst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3. Select “Analysis”</a:t>
            </a:r>
            <a:endParaRPr kumimoji="1" lang="ja-JP" altLang="en-US" dirty="0"/>
          </a:p>
        </p:txBody>
      </p:sp>
      <p:sp>
        <p:nvSpPr>
          <p:cNvPr id="12" name="吹き出し: 折線 11">
            <a:extLst>
              <a:ext uri="{FF2B5EF4-FFF2-40B4-BE49-F238E27FC236}">
                <a16:creationId xmlns:a16="http://schemas.microsoft.com/office/drawing/2014/main" id="{57104A7E-C31F-F25B-0F24-8406E3319190}"/>
              </a:ext>
            </a:extLst>
          </p:cNvPr>
          <p:cNvSpPr/>
          <p:nvPr/>
        </p:nvSpPr>
        <p:spPr>
          <a:xfrm>
            <a:off x="5359488" y="2915728"/>
            <a:ext cx="3893780" cy="427008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19972"/>
              <a:gd name="adj6" fmla="val -26113"/>
            </a:avLst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2. </a:t>
            </a:r>
            <a:r>
              <a:rPr lang="en-US" altLang="ja-JP" dirty="0"/>
              <a:t>Paste TS Comment if you have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9768153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 descr="The image displays a video editing software interface, featuring a selection of video segments with various durations, confidence levels, and transcripts, arranged in a timeline for audio editing and transcription.&#10;&#10;AI 生成コンテンツは誤りを含む可能性があります。">
            <a:extLst>
              <a:ext uri="{FF2B5EF4-FFF2-40B4-BE49-F238E27FC236}">
                <a16:creationId xmlns:a16="http://schemas.microsoft.com/office/drawing/2014/main" id="{7F8275CF-9BB5-D9EB-B1D5-79D0CAA4A2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0"/>
            <a:ext cx="10972800" cy="6858000"/>
          </a:xfrm>
          <a:prstGeom prst="rect">
            <a:avLst/>
          </a:prstGeom>
        </p:spPr>
      </p:pic>
      <p:sp>
        <p:nvSpPr>
          <p:cNvPr id="7" name="吹き出し: 折線 6">
            <a:extLst>
              <a:ext uri="{FF2B5EF4-FFF2-40B4-BE49-F238E27FC236}">
                <a16:creationId xmlns:a16="http://schemas.microsoft.com/office/drawing/2014/main" id="{59AEFDF4-E48E-2170-1111-7FEC9BDB389A}"/>
              </a:ext>
            </a:extLst>
          </p:cNvPr>
          <p:cNvSpPr/>
          <p:nvPr/>
        </p:nvSpPr>
        <p:spPr>
          <a:xfrm>
            <a:off x="5750746" y="4508739"/>
            <a:ext cx="3174718" cy="678612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16392"/>
              <a:gd name="adj6" fmla="val -27885"/>
            </a:avLst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1. Select </a:t>
            </a:r>
            <a:r>
              <a:rPr lang="en-US" altLang="ja-JP" dirty="0"/>
              <a:t>segment to edit</a:t>
            </a:r>
            <a:endParaRPr kumimoji="1" lang="ja-JP" altLang="en-US" dirty="0"/>
          </a:p>
        </p:txBody>
      </p:sp>
      <p:sp>
        <p:nvSpPr>
          <p:cNvPr id="9" name="吹き出し: 折線 8">
            <a:extLst>
              <a:ext uri="{FF2B5EF4-FFF2-40B4-BE49-F238E27FC236}">
                <a16:creationId xmlns:a16="http://schemas.microsoft.com/office/drawing/2014/main" id="{FA36A424-0CD2-A774-E16A-245DFC905960}"/>
              </a:ext>
            </a:extLst>
          </p:cNvPr>
          <p:cNvSpPr/>
          <p:nvPr/>
        </p:nvSpPr>
        <p:spPr>
          <a:xfrm>
            <a:off x="2179411" y="4508739"/>
            <a:ext cx="2605374" cy="678612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16392"/>
              <a:gd name="adj6" fmla="val -27885"/>
            </a:avLst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2. Edit title by click</a:t>
            </a:r>
            <a:endParaRPr kumimoji="1" lang="ja-JP" altLang="en-US" dirty="0"/>
          </a:p>
        </p:txBody>
      </p:sp>
      <p:sp>
        <p:nvSpPr>
          <p:cNvPr id="11" name="吹き出し: 折線 10">
            <a:extLst>
              <a:ext uri="{FF2B5EF4-FFF2-40B4-BE49-F238E27FC236}">
                <a16:creationId xmlns:a16="http://schemas.microsoft.com/office/drawing/2014/main" id="{E9ED52FA-14DA-05F0-951D-26367184F54F}"/>
              </a:ext>
            </a:extLst>
          </p:cNvPr>
          <p:cNvSpPr/>
          <p:nvPr/>
        </p:nvSpPr>
        <p:spPr>
          <a:xfrm>
            <a:off x="7806709" y="3475008"/>
            <a:ext cx="3344370" cy="678612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43777"/>
              <a:gd name="adj6" fmla="val -24133"/>
            </a:avLst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3. </a:t>
            </a:r>
            <a:r>
              <a:rPr lang="en-US" altLang="ja-JP" dirty="0"/>
              <a:t>Edit start-end position of segment by mouse drag</a:t>
            </a:r>
            <a:endParaRPr kumimoji="1" lang="ja-JP" altLang="en-US" dirty="0"/>
          </a:p>
        </p:txBody>
      </p:sp>
      <p:sp>
        <p:nvSpPr>
          <p:cNvPr id="13" name="吹き出し: 折線 12">
            <a:extLst>
              <a:ext uri="{FF2B5EF4-FFF2-40B4-BE49-F238E27FC236}">
                <a16:creationId xmlns:a16="http://schemas.microsoft.com/office/drawing/2014/main" id="{EFE85CB8-5193-0AC0-B757-CEF2D46A35DA}"/>
              </a:ext>
            </a:extLst>
          </p:cNvPr>
          <p:cNvSpPr/>
          <p:nvPr/>
        </p:nvSpPr>
        <p:spPr>
          <a:xfrm>
            <a:off x="1664701" y="5500777"/>
            <a:ext cx="2605374" cy="678612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16392"/>
              <a:gd name="adj6" fmla="val -27885"/>
            </a:avLst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4. </a:t>
            </a:r>
            <a:r>
              <a:rPr lang="ja-JP" altLang="ja-JP" dirty="0"/>
              <a:t>Select for export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4149450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2F0CBB-AED7-3781-D8F0-491F18E90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 descr="The image displays a video editing software interface, featuring a selection of video segments with various durations, confidence levels, and transcripts, arranged in a timeline for audio editing and transcription.&#10;&#10;AI 生成コンテンツは誤りを含む可能性があります。">
            <a:extLst>
              <a:ext uri="{FF2B5EF4-FFF2-40B4-BE49-F238E27FC236}">
                <a16:creationId xmlns:a16="http://schemas.microsoft.com/office/drawing/2014/main" id="{69D0A3C5-8561-305B-C87C-F8792D426A9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9476" b="43983"/>
          <a:stretch>
            <a:fillRect/>
          </a:stretch>
        </p:blipFill>
        <p:spPr>
          <a:xfrm>
            <a:off x="710143" y="0"/>
            <a:ext cx="9883095" cy="6848452"/>
          </a:xfrm>
          <a:prstGeom prst="rect">
            <a:avLst/>
          </a:prstGeom>
        </p:spPr>
      </p:pic>
      <p:sp>
        <p:nvSpPr>
          <p:cNvPr id="11" name="吹き出し: 線 10">
            <a:extLst>
              <a:ext uri="{FF2B5EF4-FFF2-40B4-BE49-F238E27FC236}">
                <a16:creationId xmlns:a16="http://schemas.microsoft.com/office/drawing/2014/main" id="{36812DBB-3626-5BCD-AE33-E36362E41D64}"/>
              </a:ext>
            </a:extLst>
          </p:cNvPr>
          <p:cNvSpPr/>
          <p:nvPr/>
        </p:nvSpPr>
        <p:spPr>
          <a:xfrm>
            <a:off x="2656936" y="3243532"/>
            <a:ext cx="2421146" cy="678612"/>
          </a:xfrm>
          <a:prstGeom prst="borderCallout1">
            <a:avLst>
              <a:gd name="adj1" fmla="val 114513"/>
              <a:gd name="adj2" fmla="val 82515"/>
              <a:gd name="adj3" fmla="val 155720"/>
              <a:gd name="adj4" fmla="val 99790"/>
            </a:avLst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Segment boundary</a:t>
            </a:r>
            <a:br>
              <a:rPr kumimoji="1" lang="en-US" altLang="ja-JP" dirty="0"/>
            </a:br>
            <a:r>
              <a:rPr kumimoji="1" lang="en-US" altLang="ja-JP" dirty="0"/>
              <a:t>preview tool</a:t>
            </a:r>
            <a:endParaRPr kumimoji="1" lang="ja-JP" altLang="en-US" dirty="0"/>
          </a:p>
        </p:txBody>
      </p:sp>
      <p:sp>
        <p:nvSpPr>
          <p:cNvPr id="3" name="吹き出し: 線 2">
            <a:extLst>
              <a:ext uri="{FF2B5EF4-FFF2-40B4-BE49-F238E27FC236}">
                <a16:creationId xmlns:a16="http://schemas.microsoft.com/office/drawing/2014/main" id="{6E78C550-38E6-8A73-5815-95F3C8758C1F}"/>
              </a:ext>
            </a:extLst>
          </p:cNvPr>
          <p:cNvSpPr/>
          <p:nvPr/>
        </p:nvSpPr>
        <p:spPr>
          <a:xfrm>
            <a:off x="5264695" y="3243532"/>
            <a:ext cx="3039668" cy="678612"/>
          </a:xfrm>
          <a:prstGeom prst="borderCallout1">
            <a:avLst>
              <a:gd name="adj1" fmla="val 111971"/>
              <a:gd name="adj2" fmla="val 38243"/>
              <a:gd name="adj3" fmla="val 152331"/>
              <a:gd name="adj4" fmla="val 45325"/>
            </a:avLst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Segment boundary</a:t>
            </a:r>
            <a:br>
              <a:rPr lang="en-US" altLang="ja-JP" dirty="0"/>
            </a:br>
            <a:r>
              <a:rPr lang="en-US" altLang="ja-JP" dirty="0"/>
              <a:t>micro adjustment tool</a:t>
            </a:r>
            <a:endParaRPr lang="ja-JP" altLang="en-US" dirty="0"/>
          </a:p>
        </p:txBody>
      </p:sp>
      <p:sp>
        <p:nvSpPr>
          <p:cNvPr id="6" name="吹き出し: 線 5">
            <a:extLst>
              <a:ext uri="{FF2B5EF4-FFF2-40B4-BE49-F238E27FC236}">
                <a16:creationId xmlns:a16="http://schemas.microsoft.com/office/drawing/2014/main" id="{414DABC6-FD72-2AFC-3CA0-8D89E660771B}"/>
              </a:ext>
            </a:extLst>
          </p:cNvPr>
          <p:cNvSpPr/>
          <p:nvPr/>
        </p:nvSpPr>
        <p:spPr>
          <a:xfrm>
            <a:off x="5877464" y="5094414"/>
            <a:ext cx="2055964" cy="678612"/>
          </a:xfrm>
          <a:prstGeom prst="borderCallout1">
            <a:avLst>
              <a:gd name="adj1" fmla="val -10063"/>
              <a:gd name="adj2" fmla="val 81380"/>
              <a:gd name="adj3" fmla="val -67160"/>
              <a:gd name="adj4" fmla="val 92624"/>
            </a:avLst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Playback tool</a:t>
            </a:r>
            <a:endParaRPr lang="ja-JP" altLang="en-US" dirty="0"/>
          </a:p>
        </p:txBody>
      </p:sp>
      <p:sp>
        <p:nvSpPr>
          <p:cNvPr id="10" name="吹き出し: 線 9">
            <a:extLst>
              <a:ext uri="{FF2B5EF4-FFF2-40B4-BE49-F238E27FC236}">
                <a16:creationId xmlns:a16="http://schemas.microsoft.com/office/drawing/2014/main" id="{B39FA22C-0BBD-CA28-4A38-ECB28D28450A}"/>
              </a:ext>
            </a:extLst>
          </p:cNvPr>
          <p:cNvSpPr/>
          <p:nvPr/>
        </p:nvSpPr>
        <p:spPr>
          <a:xfrm>
            <a:off x="8235351" y="5094414"/>
            <a:ext cx="2055964" cy="678612"/>
          </a:xfrm>
          <a:prstGeom prst="borderCallout1">
            <a:avLst>
              <a:gd name="adj1" fmla="val -10063"/>
              <a:gd name="adj2" fmla="val 81380"/>
              <a:gd name="adj3" fmla="val -68007"/>
              <a:gd name="adj4" fmla="val 77519"/>
            </a:avLst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Timeline zoom</a:t>
            </a:r>
            <a:br>
              <a:rPr lang="en-US" altLang="ja-JP" dirty="0"/>
            </a:br>
            <a:r>
              <a:rPr lang="en-US" altLang="ja-JP" dirty="0"/>
              <a:t>tool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9354675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254</TotalTime>
  <Words>67</Words>
  <Application>Microsoft Office PowerPoint</Application>
  <PresentationFormat>ワイド画面</PresentationFormat>
  <Paragraphs>11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Okamoto Keiji</dc:creator>
  <cp:lastModifiedBy>Okamoto Keiji</cp:lastModifiedBy>
  <cp:revision>1</cp:revision>
  <dcterms:created xsi:type="dcterms:W3CDTF">2026-07-18T07:56:23Z</dcterms:created>
  <dcterms:modified xsi:type="dcterms:W3CDTF">2026-07-18T12:10:49Z</dcterms:modified>
</cp:coreProperties>
</file>