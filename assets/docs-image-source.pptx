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notesMasterIdLst>
    <p:notesMasterId r:id="rId8"/>
  </p:notesMasterIdLst>
  <p:sldIdLst>
    <p:sldId id="256" r:id="rId2"/>
    <p:sldId id="257" r:id="rId3"/>
    <p:sldId id="258" r:id="rId4"/>
    <p:sldId id="259" r:id="rId5"/>
    <p:sldId id="260" r:id="rId6"/>
    <p:sldId id="261" r:id="rId7"/>
  </p:sldIdLst>
  <p:sldSz cx="12192000" cy="6858000"/>
  <p:notesSz cx="6858000" cy="9144000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 snapToGrid="0">
      <p:cViewPr>
        <p:scale>
          <a:sx n="75" d="100"/>
          <a:sy n="75" d="100"/>
        </p:scale>
        <p:origin x="708" y="22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notesMaster" Target="notesMasters/notesMaster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tableStyles" Target="tableStyle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theme" Target="theme/theme1.xml"/><Relationship Id="rId5" Type="http://schemas.openxmlformats.org/officeDocument/2006/relationships/slide" Target="slides/slide4.xml"/><Relationship Id="rId10" Type="http://schemas.openxmlformats.org/officeDocument/2006/relationships/viewProps" Target="viewProps.xml"/><Relationship Id="rId4" Type="http://schemas.openxmlformats.org/officeDocument/2006/relationships/slide" Target="slides/slide3.xml"/><Relationship Id="rId9" Type="http://schemas.openxmlformats.org/officeDocument/2006/relationships/presProps" Target="presProps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"/>
          <p:cNvSpPr>
            <a:spLocks noGrp="1"/>
          </p:cNvSpPr>
          <p:nvPr>
            <p:ph type="hdr" sz="quarter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3" name="Date Placeholder"/>
          <p:cNvSpPr>
            <a:spLocks noGrp="1"/>
          </p:cNvSpPr>
          <p:nvPr>
            <p:ph type="dt" sz="quarter" idx="1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4" name="Slide Image Placeholder"/>
          <p:cNvSpPr>
            <a:spLocks noGrp="1" noRot="1" noChangeAspect="1"/>
          </p:cNvSpPr>
          <p:nvPr>
            <p:ph type="sldImg" idx="2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5" name="Notes Placeholder"/>
          <p:cNvSpPr>
            <a:spLocks noGrp="1"/>
          </p:cNvSpPr>
          <p:nvPr>
            <p:ph type="body" sz="quarter" idx="3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6" name="Footer Placeholder"/>
          <p:cNvSpPr>
            <a:spLocks noGrp="1"/>
          </p:cNvSpPr>
          <p:nvPr>
            <p:ph type="ftr" sz="quarter" idx="4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  <p:sp>
        <p:nvSpPr>
          <p:cNvPr id="7" name="Slide Number Placeholder"/>
          <p:cNvSpPr>
            <a:spLocks noGrp="1"/>
          </p:cNvSpPr>
          <p:nvPr>
            <p:ph type="sldNum" sz="quarter" idx="5"/>
          </p:nvPr>
        </p:nvSpPr>
        <p:spPr>
          <a:prstGeom prst="rect">
            <a:avLst/>
          </a:prstGeom>
        </p:spPr>
        <p:txBody>
          <a:bodyPr/>
          <a:lstStyle/>
          <a:p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/>
    </a:lvl1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Local Songcut capture using testdata/【歌枠／弾き語り】会いに来てくれますか？初見さんも大歓迎！ゆるっと歌います！🎤🎸Singing Stream【#弾き語り #Vsinger】#からくりんね [_WEzOut0NfY].mp4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Local Songcut capture using testdata/【歌枠／弾き語り】会いに来てくれますか？初見さんも大歓迎！ゆるっと歌います！🎤🎸Singing Stream【#弾き語り #Vsinger】#からくりんね [_WEzOut0NfY].mp4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Local Songcut capture using testdata/【歌枠／弾き語り】会いに来てくれますか？初見さんも大歓迎！ゆるっと歌います！🎤🎸Singing Stream【#弾き語り #Vsinger】#からくりんね [_WEzOut0NfY].mp4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Local Songcut capture using testdata/【歌枠／弾き語り】会いに来てくれますか？初見さんも大歓迎！ゆるっと歌います！🎤🎸Singing Stream【#弾き語り #Vsinger】#からくりんね [_WEzOut0NfY].mp4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Local Songcut capture using testdata/02_「星の消えた夜に」 - Aimer.webm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t>[Sources]</a:t>
            </a:r>
          </a:p>
          <a:p>
            <a:r>
              <a:t>- Local Songcut capture using testdata/02_「星の消えた夜に」 - Aimer.webm</a:t>
            </a:r>
          </a:p>
        </p:txBody>
      </p:sp>
      <p:sp>
        <p:nvSpPr>
          <p:cNvPr id="4" name="Slide Number Placeholder 3"/>
          <p:cNvSpPr>
            <a:spLocks noGrp="1"/>
          </p:cNvSpPr>
          <p:nvPr>
            <p:ph type="sldNum" idx="5"/>
          </p:nvPr>
        </p:nvSpPr>
        <p:spPr/>
        <p:txBody>
          <a:bodyPr/>
          <a:lstStyle/>
          <a:p>
            <a:endParaRPr/>
          </a:p>
        </p:txBody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EE3E46FD-76E8-7889-D3F1-9009653014E9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buNone/>
              <a:defRPr sz="60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字幕 2">
            <a:extLst>
              <a:ext uri="{FF2B5EF4-FFF2-40B4-BE49-F238E27FC236}">
                <a16:creationId xmlns:a16="http://schemas.microsoft.com/office/drawing/2014/main" id="{820C4F00-EB6D-6635-CE60-A417479CF35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t>マスター サブタイトルの書式設定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F2BB343-3404-5FB7-7D38-F56F0ED4B026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345CE17-0975-C12A-10A7-A9E70DF4B96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8F09F007-98C3-1D14-28A3-D5AEEE1D01A9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5D1AB4A-CADF-7DC4-9A01-AC08C171D197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CECADC23-B7F6-04CD-A21C-8463A7427B0E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956C28DB-CA6C-EACE-3B4B-32209D72BCF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FC739DEC-968D-6B50-A0BE-D7ECCAF1E735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D6E400A-E4DF-9F55-64C8-75DE4B1E461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セクション見出し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50DFF647-FFEF-25AA-2C93-6DC935FC7CD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buNone/>
              <a:defRPr sz="60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429B2E05-D284-9363-2E52-FBAC2D4C9AA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46976F19-2285-72D2-5041-32210C6BF7B3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A1E253F3-CAEF-55FB-9056-9EAE0E65C3A2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2AFD1879-71EF-585A-09CD-05FC0200668F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2 つ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2E2DD2CD-02C0-9A02-87FD-CB7E1CF8E3E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208C2212-5128-A61E-7F89-C27B6E98B5F4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17584825-00B9-C1BA-8DCD-B1CBE8F5F4ED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7D41D51-145E-BCB8-D1C3-608650C8220E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68D1A291-A039-EB84-083F-556ED41C568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207DDBE5-E1DB-CBEB-98D0-D5735457562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比較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F95AD9EA-CC59-2278-8F69-83167AA325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C816B734-671F-A8B1-B6F1-2E8B36CFC54C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4" name="コンテンツ プレースホルダー 3">
            <a:extLst>
              <a:ext uri="{FF2B5EF4-FFF2-40B4-BE49-F238E27FC236}">
                <a16:creationId xmlns:a16="http://schemas.microsoft.com/office/drawing/2014/main" id="{DCCDAA15-59FF-7C5C-ABAB-10FFE16099DE}"/>
              </a:ext>
            </a:extLst>
          </p:cNvPr>
          <p:cNvSpPr>
            <a:spLocks noGrp="1"/>
          </p:cNvSpPr>
          <p:nvPr>
            <p:ph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5" name="テキスト プレースホルダー 4">
            <a:extLst>
              <a:ext uri="{FF2B5EF4-FFF2-40B4-BE49-F238E27FC236}">
                <a16:creationId xmlns:a16="http://schemas.microsoft.com/office/drawing/2014/main" id="{013FAFD9-FCF9-396B-DBA4-857AFC55550E}"/>
              </a:ext>
            </a:extLst>
          </p:cNvPr>
          <p:cNvSpPr>
            <a:spLocks noGrp="1"/>
          </p:cNvSpPr>
          <p:nvPr>
            <p:ph type="body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6" name="コンテンツ プレースホルダー 5">
            <a:extLst>
              <a:ext uri="{FF2B5EF4-FFF2-40B4-BE49-F238E27FC236}">
                <a16:creationId xmlns:a16="http://schemas.microsoft.com/office/drawing/2014/main" id="{453682D2-ADDF-0C8C-428B-71DAD90815FC}"/>
              </a:ext>
            </a:extLst>
          </p:cNvPr>
          <p:cNvSpPr>
            <a:spLocks noGrp="1"/>
          </p:cNvSpPr>
          <p:nvPr>
            <p:ph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7" name="日付プレースホルダー 6">
            <a:extLst>
              <a:ext uri="{FF2B5EF4-FFF2-40B4-BE49-F238E27FC236}">
                <a16:creationId xmlns:a16="http://schemas.microsoft.com/office/drawing/2014/main" id="{046A9977-F056-96E9-E5D2-4ECDA32FED2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8" name="フッター プレースホルダー 7">
            <a:extLst>
              <a:ext uri="{FF2B5EF4-FFF2-40B4-BE49-F238E27FC236}">
                <a16:creationId xmlns:a16="http://schemas.microsoft.com/office/drawing/2014/main" id="{41C56342-9D37-0B39-AE74-FFE6D08BC4EA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9" name="スライド番号プレースホルダー 8">
            <a:extLst>
              <a:ext uri="{FF2B5EF4-FFF2-40B4-BE49-F238E27FC236}">
                <a16:creationId xmlns:a16="http://schemas.microsoft.com/office/drawing/2014/main" id="{77819368-B8DB-C7FE-4245-EDBF9331C02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タイトルのみ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677C6DDE-ED42-51A1-D78B-E316E53F742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日付プレースホルダー 2">
            <a:extLst>
              <a:ext uri="{FF2B5EF4-FFF2-40B4-BE49-F238E27FC236}">
                <a16:creationId xmlns:a16="http://schemas.microsoft.com/office/drawing/2014/main" id="{AE917461-23BC-9AEA-4B74-01BBF11F5EED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4" name="フッター プレースホルダー 3">
            <a:extLst>
              <a:ext uri="{FF2B5EF4-FFF2-40B4-BE49-F238E27FC236}">
                <a16:creationId xmlns:a16="http://schemas.microsoft.com/office/drawing/2014/main" id="{74320320-3E98-8FE3-D9FD-DD78A9CFC35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5" name="スライド番号プレースホルダー 4">
            <a:extLst>
              <a:ext uri="{FF2B5EF4-FFF2-40B4-BE49-F238E27FC236}">
                <a16:creationId xmlns:a16="http://schemas.microsoft.com/office/drawing/2014/main" id="{4B5A55B7-F4CF-2D64-9123-A859C5ADC8AB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白紙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日付プレースホルダー 1">
            <a:extLst>
              <a:ext uri="{FF2B5EF4-FFF2-40B4-BE49-F238E27FC236}">
                <a16:creationId xmlns:a16="http://schemas.microsoft.com/office/drawing/2014/main" id="{68375086-D7F4-55B6-C160-820EB088385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3" name="フッター プレースホルダー 2">
            <a:extLst>
              <a:ext uri="{FF2B5EF4-FFF2-40B4-BE49-F238E27FC236}">
                <a16:creationId xmlns:a16="http://schemas.microsoft.com/office/drawing/2014/main" id="{E382E59E-ECD7-ACFB-DD2C-85AA3CF9137F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スライド番号プレースホルダー 3">
            <a:extLst>
              <a:ext uri="{FF2B5EF4-FFF2-40B4-BE49-F238E27FC236}">
                <a16:creationId xmlns:a16="http://schemas.microsoft.com/office/drawing/2014/main" id="{91EEB8C2-BE42-0E9E-0DC4-04988B506A5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タイトル付きの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910033AF-74D0-67E3-FDE7-5DF1FE65DDCD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コンテンツ プレースホルダー 2">
            <a:extLst>
              <a:ext uri="{FF2B5EF4-FFF2-40B4-BE49-F238E27FC236}">
                <a16:creationId xmlns:a16="http://schemas.microsoft.com/office/drawing/2014/main" id="{D2549479-15CF-5F59-1F11-2DFBE17DBCBC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buNone/>
              <a:defRPr sz="3200"/>
            </a:lvl1pPr>
            <a:lvl2pPr>
              <a:buNone/>
              <a:defRPr sz="2800"/>
            </a:lvl2pPr>
            <a:lvl3pPr>
              <a:buNone/>
              <a:defRPr sz="2400"/>
            </a:lvl3pPr>
            <a:lvl4pPr>
              <a:buNone/>
              <a:defRPr sz="2000"/>
            </a:lvl4pPr>
            <a:lvl5pPr>
              <a:buNone/>
              <a:defRPr sz="2000"/>
            </a:lvl5pPr>
            <a:lvl6pPr>
              <a:buNone/>
              <a:defRPr sz="2000"/>
            </a:lvl6pPr>
            <a:lvl7pPr>
              <a:buNone/>
              <a:defRPr sz="2000"/>
            </a:lvl7pPr>
            <a:lvl8pPr>
              <a:buNone/>
              <a:defRPr sz="2000"/>
            </a:lvl8pPr>
            <a:lvl9pPr>
              <a:buNone/>
              <a:defRPr sz="2000"/>
            </a:lvl9pPr>
          </a:lstStyle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789E6C48-557E-A5EF-58AB-D9D21796A4CC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99B3BE96-3A6D-0F3E-78AE-0BAA240A307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A0CEAF86-8311-7A77-082C-DF3CA9666647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73411ABE-1CD4-FD1A-5EB3-510F39FDDBA4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タイトル付きの図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D40D71B1-3DFF-EC65-CD2B-095ED1AD41DE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buNone/>
              <a:defRPr sz="3200"/>
            </a:lvl1pPr>
          </a:lstStyle>
          <a:p>
            <a:r>
              <a:t>マスター タイトルの書式設定</a:t>
            </a:r>
          </a:p>
        </p:txBody>
      </p:sp>
      <p:sp>
        <p:nvSpPr>
          <p:cNvPr id="3" name="図プレースホルダー 2">
            <a:extLst>
              <a:ext uri="{FF2B5EF4-FFF2-40B4-BE49-F238E27FC236}">
                <a16:creationId xmlns:a16="http://schemas.microsoft.com/office/drawing/2014/main" id="{2D535199-8879-ED43-0674-498DE0B6097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/>
          </a:p>
        </p:txBody>
      </p:sp>
      <p:sp>
        <p:nvSpPr>
          <p:cNvPr id="4" name="テキスト プレースホルダー 3">
            <a:extLst>
              <a:ext uri="{FF2B5EF4-FFF2-40B4-BE49-F238E27FC236}">
                <a16:creationId xmlns:a16="http://schemas.microsoft.com/office/drawing/2014/main" id="{FF4924EB-B989-35E2-2E13-1923727F4DF8}"/>
              </a:ext>
            </a:extLst>
          </p:cNvPr>
          <p:cNvSpPr>
            <a:spLocks noGrp="1"/>
          </p:cNvSpPr>
          <p:nvPr>
            <p:ph type="body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>
              <a:buNone/>
            </a:pPr>
            <a:r>
              <a:t>マスター テキストの書式設定</a:t>
            </a:r>
          </a:p>
        </p:txBody>
      </p:sp>
      <p:sp>
        <p:nvSpPr>
          <p:cNvPr id="5" name="日付プレースホルダー 4">
            <a:extLst>
              <a:ext uri="{FF2B5EF4-FFF2-40B4-BE49-F238E27FC236}">
                <a16:creationId xmlns:a16="http://schemas.microsoft.com/office/drawing/2014/main" id="{B45D8973-44B8-FA38-D2A3-0589644250DF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6" name="フッター プレースホルダー 5">
            <a:extLst>
              <a:ext uri="{FF2B5EF4-FFF2-40B4-BE49-F238E27FC236}">
                <a16:creationId xmlns:a16="http://schemas.microsoft.com/office/drawing/2014/main" id="{3B92336F-896A-9E12-6B57-86AA7857B650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7" name="スライド番号プレースホルダー 6">
            <a:extLst>
              <a:ext uri="{FF2B5EF4-FFF2-40B4-BE49-F238E27FC236}">
                <a16:creationId xmlns:a16="http://schemas.microsoft.com/office/drawing/2014/main" id="{EADBDC9E-A7FE-986A-9DEB-B9B45D8D434D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タイトルと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1">
            <a:extLst>
              <a:ext uri="{FF2B5EF4-FFF2-40B4-BE49-F238E27FC236}">
                <a16:creationId xmlns:a16="http://schemas.microsoft.com/office/drawing/2014/main" id="{A8BB58B8-2831-9B2E-8419-C89A6951F34F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DA574B28-B1B7-50C7-20DA-2162F96F3185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0CBEFFA-14A6-FBCE-2E70-38321C6E7234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DA26BEB-DEE0-7685-EADD-B4BC49D61CBB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3B7AF169-DA37-32C9-D4CF-FB1A3563F84A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縦書きタイトルと&#10;縦書きテキスト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縦書きタイトル 1">
            <a:extLst>
              <a:ext uri="{FF2B5EF4-FFF2-40B4-BE49-F238E27FC236}">
                <a16:creationId xmlns:a16="http://schemas.microsoft.com/office/drawing/2014/main" id="{8B9DE678-90D8-FA79-D779-B8220241ECC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t>マスター タイトルの書式設定</a:t>
            </a:r>
          </a:p>
        </p:txBody>
      </p:sp>
      <p:sp>
        <p:nvSpPr>
          <p:cNvPr id="3" name="縦書きテキスト プレースホルダー 2">
            <a:extLst>
              <a:ext uri="{FF2B5EF4-FFF2-40B4-BE49-F238E27FC236}">
                <a16:creationId xmlns:a16="http://schemas.microsoft.com/office/drawing/2014/main" id="{2CA997B5-1517-42B8-45C5-3617E38E172F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E92D3C7-6116-2166-C589-77601F728199}"/>
              </a:ext>
            </a:extLst>
          </p:cNvPr>
          <p:cNvSpPr>
            <a:spLocks noGrp="1"/>
          </p:cNvSpPr>
          <p:nvPr>
            <p:ph type="dt" idx="10"/>
          </p:nvPr>
        </p:nvSpPr>
        <p:spPr/>
        <p:txBody>
          <a:bodyPr/>
          <a:lstStyle/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CA312FA3-7940-A81A-F384-0BBFD562E7BE}"/>
              </a:ext>
            </a:extLst>
          </p:cNvPr>
          <p:cNvSpPr>
            <a:spLocks noGrp="1"/>
          </p:cNvSpPr>
          <p:nvPr>
            <p:ph type="ftr" idx="11"/>
          </p:nvPr>
        </p:nvSpPr>
        <p:spPr/>
        <p:txBody>
          <a:bodyPr/>
          <a:lstStyle/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D98DC5E8-3E0B-DE86-3586-6DACE4D68488}"/>
              </a:ext>
            </a:extLst>
          </p:cNvPr>
          <p:cNvSpPr>
            <a:spLocks noGrp="1"/>
          </p:cNvSpPr>
          <p:nvPr>
            <p:ph type="sldNum" idx="12"/>
          </p:nvPr>
        </p:nvSpPr>
        <p:spPr/>
        <p:txBody>
          <a:bodyPr/>
          <a:lstStyle/>
          <a:p>
            <a:fld id="{87FE6054-7650-435E-A483-FED81FA94D0F}" type="slidenum">
              <a:t>‹#›</a:t>
            </a:fld>
            <a:endParaRPr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タイトル プレースホルダー 1">
            <a:extLst>
              <a:ext uri="{FF2B5EF4-FFF2-40B4-BE49-F238E27FC236}">
                <a16:creationId xmlns:a16="http://schemas.microsoft.com/office/drawing/2014/main" id="{F19222AA-4537-DC8B-FA37-26A6493B368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365125"/>
            <a:ext cx="10515600" cy="1325563"/>
          </a:xfrm>
          <a:prstGeom prst="rect">
            <a:avLst/>
          </a:prstGeom>
        </p:spPr>
        <p:txBody>
          <a:bodyPr vert="horz" lIns="91440" tIns="45720" rIns="91440" bIns="45720" anchor="ctr">
            <a:normAutofit/>
          </a:bodyPr>
          <a:lstStyle/>
          <a:p>
            <a:r>
              <a:t>マスター タイトルの書式設定</a:t>
            </a:r>
          </a:p>
        </p:txBody>
      </p:sp>
      <p:sp>
        <p:nvSpPr>
          <p:cNvPr id="3" name="テキスト プレースホルダー 2">
            <a:extLst>
              <a:ext uri="{FF2B5EF4-FFF2-40B4-BE49-F238E27FC236}">
                <a16:creationId xmlns:a16="http://schemas.microsoft.com/office/drawing/2014/main" id="{07C29593-C4D2-3FF5-73FB-8475351706DD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825625"/>
            <a:ext cx="10515600" cy="4351338"/>
          </a:xfrm>
          <a:prstGeom prst="rect">
            <a:avLst/>
          </a:prstGeom>
        </p:spPr>
        <p:txBody>
          <a:bodyPr vert="horz" lIns="91440" tIns="45720" rIns="91440" bIns="45720">
            <a:normAutofit/>
          </a:bodyPr>
          <a:lstStyle/>
          <a:p>
            <a:pPr lvl="0">
              <a:buNone/>
            </a:pPr>
            <a:r>
              <a:t>マスター テキストの書式設定</a:t>
            </a:r>
          </a:p>
          <a:p>
            <a:pPr lvl="1">
              <a:buNone/>
            </a:pPr>
            <a:r>
              <a:t>第 2 レベル</a:t>
            </a:r>
          </a:p>
          <a:p>
            <a:pPr lvl="2">
              <a:buNone/>
            </a:pPr>
            <a:r>
              <a:t>第 3 レベル</a:t>
            </a:r>
          </a:p>
          <a:p>
            <a:pPr lvl="3">
              <a:buNone/>
            </a:pPr>
            <a:r>
              <a:t>第 4 レベル</a:t>
            </a:r>
          </a:p>
          <a:p>
            <a:pPr lvl="4">
              <a:buNone/>
            </a:pPr>
            <a:r>
              <a:t>第 5 レベル</a:t>
            </a:r>
          </a:p>
        </p:txBody>
      </p:sp>
      <p:sp>
        <p:nvSpPr>
          <p:cNvPr id="4" name="日付プレースホルダー 3">
            <a:extLst>
              <a:ext uri="{FF2B5EF4-FFF2-40B4-BE49-F238E27FC236}">
                <a16:creationId xmlns:a16="http://schemas.microsoft.com/office/drawing/2014/main" id="{862D3C53-A1DF-2C2A-7852-55E8895FBC2A}"/>
              </a:ext>
            </a:extLst>
          </p:cNvPr>
          <p:cNvSpPr>
            <a:spLocks noGrp="1"/>
          </p:cNvSpPr>
          <p:nvPr>
            <p:ph type="dt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l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3758AE5C-1802-44DF-8FF7-B9F28567BF0D}" type="datetimeFigureOut">
              <a:t>2026/8/5</a:t>
            </a:fld>
            <a:endParaRPr/>
          </a:p>
        </p:txBody>
      </p:sp>
      <p:sp>
        <p:nvSpPr>
          <p:cNvPr id="5" name="フッター プレースホルダー 4">
            <a:extLst>
              <a:ext uri="{FF2B5EF4-FFF2-40B4-BE49-F238E27FC236}">
                <a16:creationId xmlns:a16="http://schemas.microsoft.com/office/drawing/2014/main" id="{893000EF-6810-16AA-1C5C-342B7474887E}"/>
              </a:ext>
            </a:extLst>
          </p:cNvPr>
          <p:cNvSpPr>
            <a:spLocks noGrp="1"/>
          </p:cNvSpPr>
          <p:nvPr>
            <p:ph type="ft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ct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/>
          </a:p>
        </p:txBody>
      </p:sp>
      <p:sp>
        <p:nvSpPr>
          <p:cNvPr id="6" name="スライド番号プレースホルダー 5">
            <a:extLst>
              <a:ext uri="{FF2B5EF4-FFF2-40B4-BE49-F238E27FC236}">
                <a16:creationId xmlns:a16="http://schemas.microsoft.com/office/drawing/2014/main" id="{4130E06E-730A-0F81-E32D-791AD27F7683}"/>
              </a:ext>
            </a:extLst>
          </p:cNvPr>
          <p:cNvSpPr>
            <a:spLocks noGrp="1"/>
          </p:cNvSpPr>
          <p:nvPr>
            <p:ph type="sldNum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anchor="ctr"/>
          <a:lstStyle>
            <a:lvl1pPr algn="r">
              <a:buNone/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7FE6054-7650-435E-A483-FED81FA94D0F}" type="slidenum">
              <a:t>‹#›</a:t>
            </a:fld>
            <a:endParaRPr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914400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lt"/>
          <a:cs typeface="+mj-lt"/>
        </a:defRPr>
      </a:lvl1pPr>
    </p:titleStyle>
    <p:bodyStyle>
      <a:lvl1pPr marL="228600" indent="-228600" algn="l" defTabSz="914400">
        <a:lnSpc>
          <a:spcPct val="90000"/>
        </a:lnSpc>
        <a:spcBef>
          <a:spcPts val="1000"/>
        </a:spcBef>
        <a:buFont typeface="Arial"/>
        <a:buChar char="•"/>
        <a:defRPr sz="2800" kern="1200">
          <a:solidFill>
            <a:schemeClr val="tx1"/>
          </a:solidFill>
          <a:latin typeface="+mn-lt"/>
          <a:ea typeface="+mn-lt"/>
          <a:cs typeface="+mn-lt"/>
        </a:defRPr>
      </a:lvl1pPr>
      <a:lvl2pPr marL="685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lt"/>
          <a:cs typeface="+mn-lt"/>
        </a:defRPr>
      </a:lvl2pPr>
      <a:lvl3pPr marL="1143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lt"/>
          <a:cs typeface="+mn-lt"/>
        </a:defRPr>
      </a:lvl3pPr>
      <a:lvl4pPr marL="1600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20574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5146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9718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4290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886200" indent="-228600" algn="l" defTabSz="914400">
        <a:lnSpc>
          <a:spcPct val="90000"/>
        </a:lnSpc>
        <a:spcBef>
          <a:spcPts val="500"/>
        </a:spcBef>
        <a:buFont typeface="Arial"/>
        <a:buChar char="•"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bodyStyle>
    <p:otherStyle>
      <a:lvl1pPr marL="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1pPr>
      <a:lvl2pPr marL="457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2pPr>
      <a:lvl3pPr marL="914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3pPr>
      <a:lvl4pPr marL="1371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4pPr>
      <a:lvl5pPr marL="18288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5pPr>
      <a:lvl6pPr marL="22860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6pPr>
      <a:lvl7pPr marL="27432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7pPr>
      <a:lvl8pPr marL="32004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8pPr>
      <a:lvl9pPr marL="3657600" algn="l" defTabSz="914400">
        <a:buNone/>
        <a:defRPr sz="1800" kern="1200">
          <a:solidFill>
            <a:schemeClr val="tx1"/>
          </a:solidFill>
          <a:latin typeface="+mn-lt"/>
          <a:ea typeface="+mn-lt"/>
          <a:cs typeface="+mn-lt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/>
          <p:cNvPicPr>
            <a:picLocks noChangeAspect="1"/>
          </p:cNvPicPr>
          <p:nvPr/>
        </p:nvPicPr>
        <p:blipFill>
          <a:blip r:embed="rId3"/>
          <a:srcRect b="5278"/>
          <a:stretch/>
        </p:blipFill>
        <p:spPr>
          <a:xfrm>
            <a:off x="303906" y="0"/>
            <a:ext cx="11584188" cy="6858000"/>
          </a:xfrm>
          <a:prstGeom prst="rect">
            <a:avLst/>
          </a:prstGeom>
        </p:spPr>
      </p:pic>
      <p:sp>
        <p:nvSpPr>
          <p:cNvPr id="8" name="吹き出し: 折線 7">
            <a:extLst>
              <a:ext uri="{FF2B5EF4-FFF2-40B4-BE49-F238E27FC236}">
                <a16:creationId xmlns:a16="http://schemas.microsoft.com/office/drawing/2014/main" id="{5AE52448-7D4B-9208-1E52-037140F65472}"/>
              </a:ext>
            </a:extLst>
          </p:cNvPr>
          <p:cNvSpPr>
            <a:spLocks noGrp="1"/>
          </p:cNvSpPr>
          <p:nvPr/>
        </p:nvSpPr>
        <p:spPr>
          <a:xfrm>
            <a:off x="1409888" y="728275"/>
            <a:ext cx="3612962" cy="40202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440717"/>
              <a:gd name="adj6" fmla="val -24609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1. 読み込む / Load</a:t>
            </a:r>
          </a:p>
        </p:txBody>
      </p:sp>
      <p:sp>
        <p:nvSpPr>
          <p:cNvPr id="10" name="吹き出し: 折線 9">
            <a:extLst>
              <a:ext uri="{FF2B5EF4-FFF2-40B4-BE49-F238E27FC236}">
                <a16:creationId xmlns:a16="http://schemas.microsoft.com/office/drawing/2014/main" id="{AB2A44AA-071F-91FB-4271-68F36D507063}"/>
              </a:ext>
            </a:extLst>
          </p:cNvPr>
          <p:cNvSpPr>
            <a:spLocks noGrp="1"/>
          </p:cNvSpPr>
          <p:nvPr/>
        </p:nvSpPr>
        <p:spPr>
          <a:xfrm>
            <a:off x="1644579" y="1858576"/>
            <a:ext cx="2234681" cy="40202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54194"/>
              <a:gd name="adj6" fmla="val -27601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3. 解析 / Analyze</a:t>
            </a:r>
          </a:p>
        </p:txBody>
      </p:sp>
      <p:sp>
        <p:nvSpPr>
          <p:cNvPr id="12" name="吹き出し: 線 11">
            <a:extLst>
              <a:ext uri="{FF2B5EF4-FFF2-40B4-BE49-F238E27FC236}">
                <a16:creationId xmlns:a16="http://schemas.microsoft.com/office/drawing/2014/main" id="{57104A7E-C31F-F25B-0F24-8406E3319190}"/>
              </a:ext>
            </a:extLst>
          </p:cNvPr>
          <p:cNvSpPr>
            <a:spLocks noGrp="1"/>
          </p:cNvSpPr>
          <p:nvPr/>
        </p:nvSpPr>
        <p:spPr>
          <a:xfrm>
            <a:off x="1927551" y="3292550"/>
            <a:ext cx="4110736" cy="450800"/>
          </a:xfrm>
          <a:prstGeom prst="borderCallout1">
            <a:avLst>
              <a:gd name="adj1" fmla="val 20159"/>
              <a:gd name="adj2" fmla="val -455"/>
              <a:gd name="adj3" fmla="val -42447"/>
              <a:gd name="adj4" fmla="val -11146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2. ガイドを貼る / Paste guide</a:t>
            </a:r>
          </a:p>
        </p:txBody>
      </p:sp>
    </p:spTree>
    <p:extLst>
      <p:ext uri="{BB962C8B-B14F-4D97-AF65-F5344CB8AC3E}">
        <p14:creationId xmlns:p14="http://schemas.microsoft.com/office/powerpoint/2010/main" val="2976815354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9" name="図 18"/>
          <p:cNvPicPr>
            <a:picLocks noChangeAspect="1"/>
          </p:cNvPicPr>
          <p:nvPr/>
        </p:nvPicPr>
        <p:blipFill>
          <a:blip r:embed="rId3"/>
          <a:srcRect b="5278"/>
          <a:stretch/>
        </p:blipFill>
        <p:spPr>
          <a:xfrm>
            <a:off x="303906" y="0"/>
            <a:ext cx="11584188" cy="6858000"/>
          </a:xfrm>
          <a:prstGeom prst="rect">
            <a:avLst/>
          </a:prstGeom>
        </p:spPr>
      </p:pic>
      <p:sp>
        <p:nvSpPr>
          <p:cNvPr id="7" name="吹き出し: 折線 6">
            <a:extLst>
              <a:ext uri="{FF2B5EF4-FFF2-40B4-BE49-F238E27FC236}">
                <a16:creationId xmlns:a16="http://schemas.microsoft.com/office/drawing/2014/main" id="{59AEFDF4-E48E-2170-1111-7FEC9BDB389A}"/>
              </a:ext>
            </a:extLst>
          </p:cNvPr>
          <p:cNvSpPr>
            <a:spLocks noGrp="1"/>
          </p:cNvSpPr>
          <p:nvPr/>
        </p:nvSpPr>
        <p:spPr>
          <a:xfrm>
            <a:off x="6023058" y="4838939"/>
            <a:ext cx="3174718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31364"/>
              <a:gd name="adj6" fmla="val -262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1. セグメントを選択 / Select</a:t>
            </a:r>
          </a:p>
        </p:txBody>
      </p:sp>
      <p:sp>
        <p:nvSpPr>
          <p:cNvPr id="9" name="吹き出し: 折線 8">
            <a:extLst>
              <a:ext uri="{FF2B5EF4-FFF2-40B4-BE49-F238E27FC236}">
                <a16:creationId xmlns:a16="http://schemas.microsoft.com/office/drawing/2014/main" id="{FA36A424-0CD2-A774-E16A-245DFC905960}"/>
              </a:ext>
            </a:extLst>
          </p:cNvPr>
          <p:cNvSpPr>
            <a:spLocks noGrp="1"/>
          </p:cNvSpPr>
          <p:nvPr/>
        </p:nvSpPr>
        <p:spPr>
          <a:xfrm>
            <a:off x="1746495" y="4794728"/>
            <a:ext cx="2605374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6392"/>
              <a:gd name="adj6" fmla="val -278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2. タイトル編集 / Edit title</a:t>
            </a:r>
          </a:p>
        </p:txBody>
      </p:sp>
      <p:sp>
        <p:nvSpPr>
          <p:cNvPr id="11" name="吹き出し: 折線 10">
            <a:extLst>
              <a:ext uri="{FF2B5EF4-FFF2-40B4-BE49-F238E27FC236}">
                <a16:creationId xmlns:a16="http://schemas.microsoft.com/office/drawing/2014/main" id="{E9ED52FA-14DA-05F0-951D-26367184F54F}"/>
              </a:ext>
            </a:extLst>
          </p:cNvPr>
          <p:cNvSpPr>
            <a:spLocks noGrp="1"/>
          </p:cNvSpPr>
          <p:nvPr/>
        </p:nvSpPr>
        <p:spPr>
          <a:xfrm>
            <a:off x="7768609" y="3678208"/>
            <a:ext cx="3344370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43777"/>
              <a:gd name="adj6" fmla="val -24133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3. 境界をドラッグ / Drag boundary</a:t>
            </a:r>
          </a:p>
        </p:txBody>
      </p:sp>
      <p:sp>
        <p:nvSpPr>
          <p:cNvPr id="13" name="吹き出し: 折線 12">
            <a:extLst>
              <a:ext uri="{FF2B5EF4-FFF2-40B4-BE49-F238E27FC236}">
                <a16:creationId xmlns:a16="http://schemas.microsoft.com/office/drawing/2014/main" id="{EFE85CB8-5193-0AC0-B757-CEF2D46A35DA}"/>
              </a:ext>
            </a:extLst>
          </p:cNvPr>
          <p:cNvSpPr>
            <a:spLocks noGrp="1"/>
          </p:cNvSpPr>
          <p:nvPr/>
        </p:nvSpPr>
        <p:spPr>
          <a:xfrm>
            <a:off x="1309101" y="5780177"/>
            <a:ext cx="2605374" cy="678612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-16392"/>
              <a:gd name="adj6" fmla="val -2788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4. 書き出し対象 / Export</a:t>
            </a:r>
          </a:p>
        </p:txBody>
      </p:sp>
    </p:spTree>
    <p:extLst>
      <p:ext uri="{BB962C8B-B14F-4D97-AF65-F5344CB8AC3E}">
        <p14:creationId xmlns:p14="http://schemas.microsoft.com/office/powerpoint/2010/main" val="1414945090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/>
          <p:cNvPicPr>
            <a:picLocks noChangeAspect="1"/>
          </p:cNvPicPr>
          <p:nvPr/>
        </p:nvPicPr>
        <p:blipFill>
          <a:blip r:embed="rId3"/>
          <a:srcRect l="49476" b="43983"/>
          <a:stretch/>
        </p:blipFill>
        <p:spPr>
          <a:xfrm>
            <a:off x="710143" y="0"/>
            <a:ext cx="11158937" cy="6858000"/>
          </a:xfrm>
          <a:prstGeom prst="rect">
            <a:avLst/>
          </a:prstGeom>
        </p:spPr>
      </p:pic>
      <p:sp>
        <p:nvSpPr>
          <p:cNvPr id="11" name="吹き出し: 線 10">
            <a:extLst>
              <a:ext uri="{FF2B5EF4-FFF2-40B4-BE49-F238E27FC236}">
                <a16:creationId xmlns:a16="http://schemas.microsoft.com/office/drawing/2014/main" id="{36812DBB-3626-5BCD-AE33-E36362E41D64}"/>
              </a:ext>
            </a:extLst>
          </p:cNvPr>
          <p:cNvSpPr>
            <a:spLocks noGrp="1"/>
          </p:cNvSpPr>
          <p:nvPr/>
        </p:nvSpPr>
        <p:spPr>
          <a:xfrm>
            <a:off x="1037686" y="3710257"/>
            <a:ext cx="2421146" cy="678612"/>
          </a:xfrm>
          <a:prstGeom prst="borderCallout1">
            <a:avLst>
              <a:gd name="adj1" fmla="val 114513"/>
              <a:gd name="adj2" fmla="val 82515"/>
              <a:gd name="adj3" fmla="val 157124"/>
              <a:gd name="adj4" fmla="val 78939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rPr dirty="0" err="1"/>
              <a:t>境界を試聴</a:t>
            </a:r>
            <a:r>
              <a:rPr dirty="0"/>
              <a:t> / Preview</a:t>
            </a:r>
          </a:p>
        </p:txBody>
      </p:sp>
      <p:sp>
        <p:nvSpPr>
          <p:cNvPr id="3" name="吹き出し: 線 2">
            <a:extLst>
              <a:ext uri="{FF2B5EF4-FFF2-40B4-BE49-F238E27FC236}">
                <a16:creationId xmlns:a16="http://schemas.microsoft.com/office/drawing/2014/main" id="{6E78C550-38E6-8A73-5815-95F3C8758C1F}"/>
              </a:ext>
            </a:extLst>
          </p:cNvPr>
          <p:cNvSpPr>
            <a:spLocks noGrp="1"/>
          </p:cNvSpPr>
          <p:nvPr/>
        </p:nvSpPr>
        <p:spPr>
          <a:xfrm>
            <a:off x="3786375" y="3710257"/>
            <a:ext cx="3039668" cy="678612"/>
          </a:xfrm>
          <a:prstGeom prst="borderCallout1">
            <a:avLst>
              <a:gd name="adj1" fmla="val 111971"/>
              <a:gd name="adj2" fmla="val 38243"/>
              <a:gd name="adj3" fmla="val 152331"/>
              <a:gd name="adj4" fmla="val 45325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境界を微調整 / Nudge</a:t>
            </a:r>
          </a:p>
        </p:txBody>
      </p:sp>
      <p:sp>
        <p:nvSpPr>
          <p:cNvPr id="6" name="吹き出し: 線 5">
            <a:extLst>
              <a:ext uri="{FF2B5EF4-FFF2-40B4-BE49-F238E27FC236}">
                <a16:creationId xmlns:a16="http://schemas.microsoft.com/office/drawing/2014/main" id="{414DABC6-FD72-2AFC-3CA0-8D89E660771B}"/>
              </a:ext>
            </a:extLst>
          </p:cNvPr>
          <p:cNvSpPr>
            <a:spLocks noGrp="1"/>
          </p:cNvSpPr>
          <p:nvPr/>
        </p:nvSpPr>
        <p:spPr>
          <a:xfrm>
            <a:off x="5877464" y="5561139"/>
            <a:ext cx="2055964" cy="678612"/>
          </a:xfrm>
          <a:prstGeom prst="borderCallout1">
            <a:avLst>
              <a:gd name="adj1" fmla="val -10063"/>
              <a:gd name="adj2" fmla="val 81380"/>
              <a:gd name="adj3" fmla="val -67160"/>
              <a:gd name="adj4" fmla="val 92624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再生 / Playback</a:t>
            </a:r>
          </a:p>
        </p:txBody>
      </p:sp>
      <p:sp>
        <p:nvSpPr>
          <p:cNvPr id="10" name="吹き出し: 線 9">
            <a:extLst>
              <a:ext uri="{FF2B5EF4-FFF2-40B4-BE49-F238E27FC236}">
                <a16:creationId xmlns:a16="http://schemas.microsoft.com/office/drawing/2014/main" id="{B39FA22C-0BBD-CA28-4A38-ECB28D28450A}"/>
              </a:ext>
            </a:extLst>
          </p:cNvPr>
          <p:cNvSpPr>
            <a:spLocks noGrp="1"/>
          </p:cNvSpPr>
          <p:nvPr/>
        </p:nvSpPr>
        <p:spPr>
          <a:xfrm>
            <a:off x="9330726" y="5561139"/>
            <a:ext cx="2055964" cy="678612"/>
          </a:xfrm>
          <a:prstGeom prst="borderCallout1">
            <a:avLst>
              <a:gd name="adj1" fmla="val -10063"/>
              <a:gd name="adj2" fmla="val 81380"/>
              <a:gd name="adj3" fmla="val -68007"/>
              <a:gd name="adj4" fmla="val 77519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rPr dirty="0" err="1"/>
              <a:t>拡大・縮小</a:t>
            </a:r>
            <a:r>
              <a:rPr dirty="0"/>
              <a:t> / Zoom</a:t>
            </a:r>
          </a:p>
        </p:txBody>
      </p:sp>
    </p:spTree>
    <p:extLst>
      <p:ext uri="{BB962C8B-B14F-4D97-AF65-F5344CB8AC3E}">
        <p14:creationId xmlns:p14="http://schemas.microsoft.com/office/powerpoint/2010/main" val="1935467559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rcRect b="5278"/>
          <a:stretch/>
        </p:blipFill>
        <p:spPr>
          <a:xfrm>
            <a:off x="303906" y="0"/>
            <a:ext cx="115841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541153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7" name="図 16"/>
          <p:cNvPicPr>
            <a:picLocks noChangeAspect="1"/>
          </p:cNvPicPr>
          <p:nvPr/>
        </p:nvPicPr>
        <p:blipFill>
          <a:blip r:embed="rId3"/>
          <a:srcRect b="5278"/>
          <a:stretch/>
        </p:blipFill>
        <p:spPr>
          <a:xfrm>
            <a:off x="303906" y="0"/>
            <a:ext cx="11584188" cy="6858000"/>
          </a:xfrm>
          <a:prstGeom prst="rect">
            <a:avLst/>
          </a:prstGeom>
        </p:spPr>
      </p:pic>
      <p:sp>
        <p:nvSpPr>
          <p:cNvPr id="8" name="吹き出し: 折線 7">
            <a:extLst>
              <a:ext uri="{FF2B5EF4-FFF2-40B4-BE49-F238E27FC236}">
                <a16:creationId xmlns:a16="http://schemas.microsoft.com/office/drawing/2014/main" id="{5AE52448-7D4B-9208-1E52-037140F65472}"/>
              </a:ext>
            </a:extLst>
          </p:cNvPr>
          <p:cNvSpPr>
            <a:spLocks noGrp="1"/>
          </p:cNvSpPr>
          <p:nvPr/>
        </p:nvSpPr>
        <p:spPr>
          <a:xfrm>
            <a:off x="2483038" y="994975"/>
            <a:ext cx="3612962" cy="40202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440717"/>
              <a:gd name="adj6" fmla="val -24609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1. 解析 / Analyze lyrics</a:t>
            </a:r>
          </a:p>
        </p:txBody>
      </p:sp>
      <p:sp>
        <p:nvSpPr>
          <p:cNvPr id="10" name="吹き出し: 折線 9">
            <a:extLst>
              <a:ext uri="{FF2B5EF4-FFF2-40B4-BE49-F238E27FC236}">
                <a16:creationId xmlns:a16="http://schemas.microsoft.com/office/drawing/2014/main" id="{AB2A44AA-071F-91FB-4271-68F36D507063}"/>
              </a:ext>
            </a:extLst>
          </p:cNvPr>
          <p:cNvSpPr>
            <a:spLocks noGrp="1"/>
          </p:cNvSpPr>
          <p:nvPr/>
        </p:nvSpPr>
        <p:spPr>
          <a:xfrm>
            <a:off x="6493709" y="4677976"/>
            <a:ext cx="3221791" cy="402026"/>
          </a:xfrm>
          <a:prstGeom prst="borderCallout2">
            <a:avLst>
              <a:gd name="adj1" fmla="val 18750"/>
              <a:gd name="adj2" fmla="val -8333"/>
              <a:gd name="adj3" fmla="val 18750"/>
              <a:gd name="adj4" fmla="val -16667"/>
              <a:gd name="adj5" fmla="val 154194"/>
              <a:gd name="adj6" fmla="val -27601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rPr dirty="0"/>
              <a:t>2. </a:t>
            </a:r>
            <a:r>
              <a:rPr lang="ja-JP" altLang="en-US" dirty="0"/>
              <a:t>タイムライン</a:t>
            </a:r>
            <a:r>
              <a:rPr dirty="0"/>
              <a:t> / </a:t>
            </a:r>
            <a:r>
              <a:rPr lang="en-US" altLang="ja-JP" dirty="0"/>
              <a:t>Timelines</a:t>
            </a:r>
            <a:endParaRPr dirty="0"/>
          </a:p>
        </p:txBody>
      </p:sp>
      <p:sp>
        <p:nvSpPr>
          <p:cNvPr id="12" name="吹き出し: 線 11">
            <a:extLst>
              <a:ext uri="{FF2B5EF4-FFF2-40B4-BE49-F238E27FC236}">
                <a16:creationId xmlns:a16="http://schemas.microsoft.com/office/drawing/2014/main" id="{57104A7E-C31F-F25B-0F24-8406E3319190}"/>
              </a:ext>
            </a:extLst>
          </p:cNvPr>
          <p:cNvSpPr>
            <a:spLocks noGrp="1"/>
          </p:cNvSpPr>
          <p:nvPr/>
        </p:nvSpPr>
        <p:spPr>
          <a:xfrm>
            <a:off x="2048201" y="3902100"/>
            <a:ext cx="4110736" cy="450800"/>
          </a:xfrm>
          <a:prstGeom prst="borderCallout1">
            <a:avLst>
              <a:gd name="adj1" fmla="val 64530"/>
              <a:gd name="adj2" fmla="val -1614"/>
              <a:gd name="adj3" fmla="val 291393"/>
              <a:gd name="adj4" fmla="val -16244"/>
            </a:avLst>
          </a:prstGeom>
          <a:solidFill>
            <a:schemeClr val="tx2">
              <a:lumMod val="25000"/>
              <a:lumOff val="75000"/>
            </a:schemeClr>
          </a:solidFill>
        </p:spPr>
        <p:style>
          <a:lnRef idx="2">
            <a:schemeClr val="accent4"/>
          </a:lnRef>
          <a:fillRef idx="1">
            <a:schemeClr val="lt1"/>
          </a:fillRef>
          <a:effectRef idx="0">
            <a:schemeClr val="accent4"/>
          </a:effectRef>
          <a:fontRef idx="minor">
            <a:schemeClr val="dk1"/>
          </a:fontRef>
        </p:style>
        <p:txBody>
          <a:bodyPr anchor="ctr"/>
          <a:lstStyle/>
          <a:p>
            <a:pPr algn="ctr">
              <a:buNone/>
            </a:pPr>
            <a:r>
              <a:t>3. スタイル / Style</a:t>
            </a:r>
          </a:p>
        </p:txBody>
      </p:sp>
    </p:spTree>
    <p:extLst>
      <p:ext uri="{BB962C8B-B14F-4D97-AF65-F5344CB8AC3E}">
        <p14:creationId xmlns:p14="http://schemas.microsoft.com/office/powerpoint/2010/main" val="297681535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3"/>
          <a:srcRect b="5278"/>
          <a:stretch/>
        </p:blipFill>
        <p:spPr>
          <a:xfrm>
            <a:off x="303906" y="0"/>
            <a:ext cx="11584188" cy="685800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347541153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ppt/theme/theme2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游ゴシック Light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游ゴシック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67000"/>
                <a:lumMod val="110000"/>
                <a:satMod val="105000"/>
              </a:schemeClr>
            </a:gs>
            <a:gs pos="50000">
              <a:schemeClr val="phClr">
                <a:tint val="73000"/>
                <a:lumMod val="105000"/>
                <a:satMod val="103000"/>
              </a:schemeClr>
            </a:gs>
            <a:gs pos="100000">
              <a:schemeClr val="phClr">
                <a:tint val="81000"/>
                <a:lumMod val="105000"/>
                <a:satMod val="109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tint val="94000"/>
                <a:lumMod val="102000"/>
                <a:satMod val="103000"/>
              </a:schemeClr>
            </a:gs>
            <a:gs pos="50000">
              <a:schemeClr val="phClr">
                <a:shade val="100000"/>
                <a:lumMod val="100000"/>
                <a:satMod val="110000"/>
              </a:schemeClr>
            </a:gs>
            <a:gs pos="100000">
              <a:schemeClr val="phClr">
                <a:shade val="78000"/>
                <a:lumMod val="99000"/>
                <a:satMod val="120000"/>
              </a:schemeClr>
            </a:gs>
          </a:gsLst>
          <a:lin ang="5400000" scaled="0"/>
        </a:gradFill>
      </a:fillStyleLst>
      <a:lnStyleLst>
        <a:ln w="12700">
          <a:solidFill>
            <a:schemeClr val="phClr"/>
          </a:solidFill>
          <a:prstDash val="solid"/>
        </a:ln>
        <a:ln w="19050">
          <a:solidFill>
            <a:schemeClr val="phClr"/>
          </a:solidFill>
          <a:prstDash val="solid"/>
        </a:ln>
        <a:ln w="25400">
          <a:solidFill>
            <a:schemeClr val="phClr"/>
          </a:solidFill>
          <a:prstDash val="solid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hade val="98000"/>
                <a:lumMod val="102000"/>
                <a:satMod val="150000"/>
              </a:schemeClr>
            </a:gs>
            <a:gs pos="50000">
              <a:schemeClr val="phClr">
                <a:tint val="98000"/>
                <a:shade val="90000"/>
                <a:lumMod val="103000"/>
                <a:satMod val="130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35</TotalTime>
  <Words>236</Words>
  <Application>Microsoft Office PowerPoint</Application>
  <DocSecurity>0</DocSecurity>
  <PresentationFormat>ワイド画面</PresentationFormat>
  <Paragraphs>26</Paragraphs>
  <Slides>6</Slides>
  <Notes>6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3</vt:i4>
      </vt:variant>
      <vt:variant>
        <vt:lpstr>テーマ</vt:lpstr>
      </vt:variant>
      <vt:variant>
        <vt:i4>1</vt:i4>
      </vt:variant>
      <vt:variant>
        <vt:lpstr>スライド タイトル</vt:lpstr>
      </vt:variant>
      <vt:variant>
        <vt:i4>6</vt:i4>
      </vt:variant>
    </vt:vector>
  </HeadingPairs>
  <TitlesOfParts>
    <vt:vector size="10" baseType="lpstr">
      <vt:lpstr>游ゴシック</vt:lpstr>
      <vt:lpstr>游ゴシック Light</vt:lpstr>
      <vt:lpstr>Arial</vt:lpstr>
      <vt:lpstr>Office テーマ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Presentation</dc:title>
  <dc:creator>Walnut Exporter</dc:creator>
  <cp:lastModifiedBy>Okamoto Keiji</cp:lastModifiedBy>
  <cp:revision>3</cp:revision>
  <dcterms:created xsi:type="dcterms:W3CDTF">2026-08-04T17:30:26Z</dcterms:created>
  <dcterms:modified xsi:type="dcterms:W3CDTF">2026-08-04T22:47:50Z</dcterms:modified>
</cp:coreProperties>
</file>