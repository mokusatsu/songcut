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1585575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19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testdata/【歌枠／弾き語り】会いに来てくれますか？初見さんも大歓迎！ゆるっと歌います！🎤🎸Singing Stream【#弾き語り #Vsinger】#からくりんね [_WEzOut0NfY].mp4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testdata/【歌枠／弾き語り】会いに来てくれますか？初見さんも大歓迎！ゆるっと歌います！🎤🎸Singing Stream【#弾き語り #Vsinger】#からくりんね [_WEzOut0NfY].mp4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testdata/【歌枠／弾き語り】会いに来てくれますか？初見さんも大歓迎！ゆるっと歌います！🎤🎸Singing Stream【#弾き語り #Vsinger】#からくりんね [_WEzOut0NfY].mp4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testdata/【歌枠／弾き語り】会いに来てくれますか？初見さんも大歓迎！ゆるっと歌います！🎤🎸Singing Stream【#弾き語り #Vsinger】#からくりんね [_WEzOut0NfY].mp4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testdata/02_「星の消えた夜に」 - Aimer.webm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Songcut capture using testdata/02_「星の消えた夜に」 - Aimer.webm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E46FD-76E8-7889-D3F1-900965301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197" y="1122363"/>
            <a:ext cx="8689181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0C4F00-EB6D-6635-CE60-A417479CF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197" y="3602038"/>
            <a:ext cx="86891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2BB343-3404-5FB7-7D38-F56F0ED4B0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45CE17-0975-C12A-10A7-A9E70DF4B9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09F007-98C3-1D14-28A3-D5AEEE1D0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1AB4A-CADF-7DC4-9A01-AC08C17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ADC23-B7F6-04CD-A21C-8463A7427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6C28DB-CA6C-EACE-3B4B-32209D72BC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739DEC-968D-6B50-A0BE-D7ECCAF1E7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E400A-E4DF-9F55-64C8-75DE4B1E4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FF647-FFEF-25AA-2C93-6DC935FC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475" y="1709740"/>
            <a:ext cx="9992558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9B2E05-D284-9363-2E52-FBAC2D4C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475" y="4589465"/>
            <a:ext cx="99925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976F19-2285-72D2-5041-32210C6BF7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E253F3-CAEF-55FB-9056-9EAE0E65C3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FD1879-71EF-585A-09CD-05FC020066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DD2CD-02C0-9A02-87FD-CB7E1CF8E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8C2212-5128-A61E-7F89-C27B6E98B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508" y="1825625"/>
            <a:ext cx="492387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584825-00B9-C1BA-8DCD-B1CBE8F5F4E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65197" y="1825625"/>
            <a:ext cx="492387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41D51-145E-BCB8-D1C3-608650C822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D1A291-A039-EB84-083F-556ED41C56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7DDBE5-E1DB-CBEB-98D0-D573545756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5AD9EA-CC59-2278-8F69-83167AA3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18" y="365127"/>
            <a:ext cx="9992558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16B734-671F-A8B1-B6F1-2E8B36CFC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018" y="1681163"/>
            <a:ext cx="490124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CDAA15-59FF-7C5C-ABAB-10FFE16099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98018" y="2505075"/>
            <a:ext cx="490124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3FAFD9-FCF9-396B-DBA4-857AFC55550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65197" y="1681163"/>
            <a:ext cx="492537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3682D2-ADDF-0C8C-428B-71DAD90815F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865197" y="2505075"/>
            <a:ext cx="4925379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6A9977-F056-96E9-E5D2-4ECDA32FED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1C56342-9D37-0B39-AE74-FFE6D08BC4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819368-B8DB-C7FE-4245-EDBF9331C0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C6DDE-ED42-51A1-D78B-E316E53F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917461-23BC-9AEA-4B74-01BBF11F5E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320320-3E98-8FE3-D9FD-DD78A9CFC3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5A55B7-F4CF-2D64-9123-A859C5ADC8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8375086-D7F4-55B6-C160-820EB08838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382E59E-ECD7-ACFB-DD2C-85AA3CF913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EEB8C2-BE42-0E9E-0DC4-04988B506A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033AF-74D0-67E3-FDE7-5DF1FE65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18" y="457200"/>
            <a:ext cx="3736650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549479-15CF-5F59-1F11-2DFBE17DB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379" y="987427"/>
            <a:ext cx="5865197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9E6C48-557E-A5EF-58AB-D9D21796A4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98018" y="2057400"/>
            <a:ext cx="37366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3BE96-3A6D-0F3E-78AE-0BAA240A30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CEAF86-8311-7A77-082C-DF3CA96666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411ABE-1CD4-FD1A-5EB3-510F39FDD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D71B1-3DFF-EC65-CD2B-095ED1AD4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18" y="457200"/>
            <a:ext cx="3736650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535199-8879-ED43-0674-498DE0B6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25379" y="987427"/>
            <a:ext cx="586519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4924EB-B989-35E2-2E13-1923727F4D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98018" y="2057400"/>
            <a:ext cx="37366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5D8973-44B8-FA38-D2A3-0589644250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92336F-896A-9E12-6B57-86AA7857B6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DBDC9E-A7FE-986A-9DEB-B9B45D8D43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BB58B8-2831-9B2E-8419-C89A6951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574B28-B1B7-50C7-20DA-2162F96F3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CBEFFA-14A6-FBCE-2E70-38321C6E72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A26BEB-DEE0-7685-EADD-B4BC49D61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7AF169-DA37-32C9-D4CF-FB1A3563F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9DE678-90D8-FA79-D779-B8220241E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928" y="365125"/>
            <a:ext cx="2498139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A997B5-1517-42B8-45C5-3617E38E1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509" y="365125"/>
            <a:ext cx="7349599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92D3C7-6116-2166-C589-77601F7281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312FA3-7940-A81A-F384-0BBFD562E7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8DC5E8-3E0B-DE86-3586-6DACE4D68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7FE6054-7650-435E-A483-FED81FA94D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9222AA-4537-DC8B-FA37-26A6493B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09" y="365127"/>
            <a:ext cx="9992558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C29593-C4D2-3FF5-73FB-847535170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509" y="1825625"/>
            <a:ext cx="9992558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D3C53-A1DF-2C2A-7852-55E8895FBC2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96509" y="6356352"/>
            <a:ext cx="260675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8AE5C-1802-44DF-8FF7-B9F28567BF0D}" type="datetimeFigureOut">
              <a:t>2026/8/5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000EF-6810-16AA-1C5C-342B7474887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837722" y="6356352"/>
            <a:ext cx="391013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30E06E-730A-0F81-E32D-791AD27F768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182312" y="6356352"/>
            <a:ext cx="260675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E6054-7650-435E-A483-FED81FA94D0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rcRect b="5278"/>
          <a:stretch/>
        </p:blipFill>
        <p:spPr>
          <a:xfrm>
            <a:off x="693" y="0"/>
            <a:ext cx="11584188" cy="6858000"/>
          </a:xfrm>
          <a:prstGeom prst="rect">
            <a:avLst/>
          </a:prstGeom>
        </p:spPr>
      </p:pic>
      <p:sp>
        <p:nvSpPr>
          <p:cNvPr id="8" name="吹き出し: 折線 7">
            <a:extLst>
              <a:ext uri="{FF2B5EF4-FFF2-40B4-BE49-F238E27FC236}">
                <a16:creationId xmlns:a16="http://schemas.microsoft.com/office/drawing/2014/main" id="{5AE52448-7D4B-9208-1E52-037140F65472}"/>
              </a:ext>
            </a:extLst>
          </p:cNvPr>
          <p:cNvSpPr>
            <a:spLocks noGrp="1"/>
          </p:cNvSpPr>
          <p:nvPr/>
        </p:nvSpPr>
        <p:spPr>
          <a:xfrm>
            <a:off x="1451731" y="1014449"/>
            <a:ext cx="3612962" cy="4020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40717"/>
              <a:gd name="adj6" fmla="val -24609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1. 読み込む / Load</a:t>
            </a:r>
          </a:p>
        </p:txBody>
      </p:sp>
      <p:sp>
        <p:nvSpPr>
          <p:cNvPr id="10" name="吹き出し: 折線 9">
            <a:extLst>
              <a:ext uri="{FF2B5EF4-FFF2-40B4-BE49-F238E27FC236}">
                <a16:creationId xmlns:a16="http://schemas.microsoft.com/office/drawing/2014/main" id="{AB2A44AA-071F-91FB-4271-68F36D507063}"/>
              </a:ext>
            </a:extLst>
          </p:cNvPr>
          <p:cNvSpPr>
            <a:spLocks noGrp="1"/>
          </p:cNvSpPr>
          <p:nvPr/>
        </p:nvSpPr>
        <p:spPr>
          <a:xfrm>
            <a:off x="1962470" y="2104675"/>
            <a:ext cx="2234681" cy="4020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4194"/>
              <a:gd name="adj6" fmla="val -2760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/>
              <a:t>3. </a:t>
            </a:r>
            <a:r>
              <a:rPr dirty="0" err="1"/>
              <a:t>解析</a:t>
            </a:r>
            <a:r>
              <a:rPr dirty="0"/>
              <a:t> / Analyze</a:t>
            </a:r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57104A7E-C31F-F25B-0F24-8406E3319190}"/>
              </a:ext>
            </a:extLst>
          </p:cNvPr>
          <p:cNvSpPr>
            <a:spLocks noGrp="1"/>
          </p:cNvSpPr>
          <p:nvPr/>
        </p:nvSpPr>
        <p:spPr>
          <a:xfrm>
            <a:off x="2101666" y="3883101"/>
            <a:ext cx="6187030" cy="450800"/>
          </a:xfrm>
          <a:prstGeom prst="borderCallout1">
            <a:avLst>
              <a:gd name="adj1" fmla="val 20159"/>
              <a:gd name="adj2" fmla="val -455"/>
              <a:gd name="adj3" fmla="val -42447"/>
              <a:gd name="adj4" fmla="val -11146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/>
              <a:t>2. </a:t>
            </a:r>
            <a:r>
              <a:rPr lang="ja-JP" altLang="en-US" dirty="0"/>
              <a:t>タイムスタンプを貼付</a:t>
            </a:r>
            <a:r>
              <a:rPr dirty="0"/>
              <a:t> / Paste </a:t>
            </a:r>
            <a:r>
              <a:rPr lang="en-US" altLang="ja-JP" dirty="0"/>
              <a:t>TS</a:t>
            </a:r>
            <a:r>
              <a:rPr lang="ja-JP" altLang="en-US" dirty="0"/>
              <a:t> </a:t>
            </a:r>
            <a:r>
              <a:rPr lang="en-US" altLang="ja-JP" dirty="0"/>
              <a:t>comments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681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/>
          <p:cNvPicPr>
            <a:picLocks noChangeAspect="1"/>
          </p:cNvPicPr>
          <p:nvPr/>
        </p:nvPicPr>
        <p:blipFill>
          <a:blip r:embed="rId3"/>
          <a:srcRect b="5278"/>
          <a:stretch/>
        </p:blipFill>
        <p:spPr>
          <a:xfrm>
            <a:off x="693" y="0"/>
            <a:ext cx="11584188" cy="6858000"/>
          </a:xfrm>
          <a:prstGeom prst="rect">
            <a:avLst/>
          </a:prstGeom>
        </p:spPr>
      </p:pic>
      <p:sp>
        <p:nvSpPr>
          <p:cNvPr id="7" name="吹き出し: 折線 6">
            <a:extLst>
              <a:ext uri="{FF2B5EF4-FFF2-40B4-BE49-F238E27FC236}">
                <a16:creationId xmlns:a16="http://schemas.microsoft.com/office/drawing/2014/main" id="{59AEFDF4-E48E-2170-1111-7FEC9BDB389A}"/>
              </a:ext>
            </a:extLst>
          </p:cNvPr>
          <p:cNvSpPr>
            <a:spLocks noGrp="1"/>
          </p:cNvSpPr>
          <p:nvPr/>
        </p:nvSpPr>
        <p:spPr>
          <a:xfrm>
            <a:off x="6986456" y="5921913"/>
            <a:ext cx="3174718" cy="6786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1364"/>
              <a:gd name="adj6" fmla="val -26285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/>
              <a:t>1. </a:t>
            </a:r>
            <a:r>
              <a:rPr dirty="0" err="1"/>
              <a:t>セグメントを選択</a:t>
            </a:r>
            <a:r>
              <a:rPr dirty="0"/>
              <a:t> / Select</a:t>
            </a:r>
          </a:p>
        </p:txBody>
      </p:sp>
      <p:sp>
        <p:nvSpPr>
          <p:cNvPr id="9" name="吹き出し: 折線 8">
            <a:extLst>
              <a:ext uri="{FF2B5EF4-FFF2-40B4-BE49-F238E27FC236}">
                <a16:creationId xmlns:a16="http://schemas.microsoft.com/office/drawing/2014/main" id="{FA36A424-0CD2-A774-E16A-245DFC905960}"/>
              </a:ext>
            </a:extLst>
          </p:cNvPr>
          <p:cNvSpPr>
            <a:spLocks noGrp="1"/>
          </p:cNvSpPr>
          <p:nvPr/>
        </p:nvSpPr>
        <p:spPr>
          <a:xfrm>
            <a:off x="2001123" y="5921913"/>
            <a:ext cx="3561626" cy="6786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392"/>
              <a:gd name="adj6" fmla="val -27885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2. タイトル編集 / Edit title</a:t>
            </a:r>
          </a:p>
        </p:txBody>
      </p:sp>
      <p:sp>
        <p:nvSpPr>
          <p:cNvPr id="11" name="吹き出し: 折線 10">
            <a:extLst>
              <a:ext uri="{FF2B5EF4-FFF2-40B4-BE49-F238E27FC236}">
                <a16:creationId xmlns:a16="http://schemas.microsoft.com/office/drawing/2014/main" id="{E9ED52FA-14DA-05F0-951D-26367184F54F}"/>
              </a:ext>
            </a:extLst>
          </p:cNvPr>
          <p:cNvSpPr>
            <a:spLocks noGrp="1"/>
          </p:cNvSpPr>
          <p:nvPr/>
        </p:nvSpPr>
        <p:spPr>
          <a:xfrm>
            <a:off x="6174603" y="4499152"/>
            <a:ext cx="3829457" cy="6786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3777"/>
              <a:gd name="adj6" fmla="val -24133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3. 境界をドラッグ / Drag boundary</a:t>
            </a:r>
          </a:p>
        </p:txBody>
      </p:sp>
      <p:sp>
        <p:nvSpPr>
          <p:cNvPr id="13" name="吹き出し: 折線 12">
            <a:extLst>
              <a:ext uri="{FF2B5EF4-FFF2-40B4-BE49-F238E27FC236}">
                <a16:creationId xmlns:a16="http://schemas.microsoft.com/office/drawing/2014/main" id="{EFE85CB8-5193-0AC0-B757-CEF2D46A35DA}"/>
              </a:ext>
            </a:extLst>
          </p:cNvPr>
          <p:cNvSpPr>
            <a:spLocks noGrp="1"/>
          </p:cNvSpPr>
          <p:nvPr/>
        </p:nvSpPr>
        <p:spPr>
          <a:xfrm>
            <a:off x="3390874" y="3156189"/>
            <a:ext cx="3561625" cy="67861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392"/>
              <a:gd name="adj6" fmla="val -27885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/>
              <a:t>4. </a:t>
            </a:r>
            <a:r>
              <a:rPr dirty="0" err="1"/>
              <a:t>書き出し</a:t>
            </a:r>
            <a:r>
              <a:rPr dirty="0"/>
              <a:t> / Export</a:t>
            </a:r>
          </a:p>
        </p:txBody>
      </p:sp>
    </p:spTree>
    <p:extLst>
      <p:ext uri="{BB962C8B-B14F-4D97-AF65-F5344CB8AC3E}">
        <p14:creationId xmlns:p14="http://schemas.microsoft.com/office/powerpoint/2010/main" val="141494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rcRect l="47634" b="43983"/>
          <a:stretch>
            <a:fillRect/>
          </a:stretch>
        </p:blipFill>
        <p:spPr>
          <a:xfrm>
            <a:off x="0" y="0"/>
            <a:ext cx="11565869" cy="6858000"/>
          </a:xfrm>
          <a:prstGeom prst="rect">
            <a:avLst/>
          </a:prstGeom>
        </p:spPr>
      </p:pic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36812DBB-3626-5BCD-AE33-E36362E41D64}"/>
              </a:ext>
            </a:extLst>
          </p:cNvPr>
          <p:cNvSpPr>
            <a:spLocks noGrp="1"/>
          </p:cNvSpPr>
          <p:nvPr/>
        </p:nvSpPr>
        <p:spPr>
          <a:xfrm>
            <a:off x="734473" y="3710257"/>
            <a:ext cx="2421146" cy="678612"/>
          </a:xfrm>
          <a:prstGeom prst="borderCallout1">
            <a:avLst>
              <a:gd name="adj1" fmla="val 114513"/>
              <a:gd name="adj2" fmla="val 82515"/>
              <a:gd name="adj3" fmla="val 157124"/>
              <a:gd name="adj4" fmla="val 78939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 err="1"/>
              <a:t>境界を試聴</a:t>
            </a:r>
            <a:r>
              <a:rPr dirty="0"/>
              <a:t> / Preview</a:t>
            </a:r>
          </a:p>
        </p:txBody>
      </p:sp>
      <p:sp>
        <p:nvSpPr>
          <p:cNvPr id="3" name="吹き出し: 線 2">
            <a:extLst>
              <a:ext uri="{FF2B5EF4-FFF2-40B4-BE49-F238E27FC236}">
                <a16:creationId xmlns:a16="http://schemas.microsoft.com/office/drawing/2014/main" id="{6E78C550-38E6-8A73-5815-95F3C8758C1F}"/>
              </a:ext>
            </a:extLst>
          </p:cNvPr>
          <p:cNvSpPr>
            <a:spLocks noGrp="1"/>
          </p:cNvSpPr>
          <p:nvPr/>
        </p:nvSpPr>
        <p:spPr>
          <a:xfrm>
            <a:off x="3483162" y="3710257"/>
            <a:ext cx="3039668" cy="678612"/>
          </a:xfrm>
          <a:prstGeom prst="borderCallout1">
            <a:avLst>
              <a:gd name="adj1" fmla="val 111971"/>
              <a:gd name="adj2" fmla="val 38243"/>
              <a:gd name="adj3" fmla="val 152331"/>
              <a:gd name="adj4" fmla="val 45325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境界を微調整</a:t>
            </a:r>
            <a:r>
              <a:rPr dirty="0"/>
              <a:t> / Nudge</a:t>
            </a:r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414DABC6-FD72-2AFC-3CA0-8D89E660771B}"/>
              </a:ext>
            </a:extLst>
          </p:cNvPr>
          <p:cNvSpPr>
            <a:spLocks noGrp="1"/>
          </p:cNvSpPr>
          <p:nvPr/>
        </p:nvSpPr>
        <p:spPr>
          <a:xfrm>
            <a:off x="5574251" y="5561139"/>
            <a:ext cx="2055964" cy="678612"/>
          </a:xfrm>
          <a:prstGeom prst="borderCallout1">
            <a:avLst>
              <a:gd name="adj1" fmla="val -10063"/>
              <a:gd name="adj2" fmla="val 81380"/>
              <a:gd name="adj3" fmla="val -67160"/>
              <a:gd name="adj4" fmla="val 92624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再生 / Playback</a:t>
            </a:r>
          </a:p>
        </p:txBody>
      </p:sp>
      <p:sp>
        <p:nvSpPr>
          <p:cNvPr id="10" name="吹き出し: 線 9">
            <a:extLst>
              <a:ext uri="{FF2B5EF4-FFF2-40B4-BE49-F238E27FC236}">
                <a16:creationId xmlns:a16="http://schemas.microsoft.com/office/drawing/2014/main" id="{B39FA22C-0BBD-CA28-4A38-ECB28D28450A}"/>
              </a:ext>
            </a:extLst>
          </p:cNvPr>
          <p:cNvSpPr>
            <a:spLocks noGrp="1"/>
          </p:cNvSpPr>
          <p:nvPr/>
        </p:nvSpPr>
        <p:spPr>
          <a:xfrm>
            <a:off x="8403771" y="5561139"/>
            <a:ext cx="2679706" cy="678612"/>
          </a:xfrm>
          <a:prstGeom prst="borderCallout1">
            <a:avLst>
              <a:gd name="adj1" fmla="val -10063"/>
              <a:gd name="adj2" fmla="val 81380"/>
              <a:gd name="adj3" fmla="val -68007"/>
              <a:gd name="adj4" fmla="val 77519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 err="1"/>
              <a:t>拡大・縮小</a:t>
            </a:r>
            <a:r>
              <a:rPr dirty="0"/>
              <a:t> / Zoom</a:t>
            </a:r>
          </a:p>
        </p:txBody>
      </p:sp>
    </p:spTree>
    <p:extLst>
      <p:ext uri="{BB962C8B-B14F-4D97-AF65-F5344CB8AC3E}">
        <p14:creationId xmlns:p14="http://schemas.microsoft.com/office/powerpoint/2010/main" val="193546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rcRect b="5278"/>
          <a:stretch/>
        </p:blipFill>
        <p:spPr>
          <a:xfrm>
            <a:off x="693" y="0"/>
            <a:ext cx="11584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4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rcRect b="5278"/>
          <a:stretch/>
        </p:blipFill>
        <p:spPr>
          <a:xfrm>
            <a:off x="693" y="0"/>
            <a:ext cx="11584188" cy="6858000"/>
          </a:xfrm>
          <a:prstGeom prst="rect">
            <a:avLst/>
          </a:prstGeom>
        </p:spPr>
      </p:pic>
      <p:sp>
        <p:nvSpPr>
          <p:cNvPr id="8" name="吹き出し: 折線 7">
            <a:extLst>
              <a:ext uri="{FF2B5EF4-FFF2-40B4-BE49-F238E27FC236}">
                <a16:creationId xmlns:a16="http://schemas.microsoft.com/office/drawing/2014/main" id="{5AE52448-7D4B-9208-1E52-037140F65472}"/>
              </a:ext>
            </a:extLst>
          </p:cNvPr>
          <p:cNvSpPr>
            <a:spLocks noGrp="1"/>
          </p:cNvSpPr>
          <p:nvPr/>
        </p:nvSpPr>
        <p:spPr>
          <a:xfrm>
            <a:off x="2179825" y="994975"/>
            <a:ext cx="3612962" cy="4020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40717"/>
              <a:gd name="adj6" fmla="val -24609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1. 解析 / Analyze lyrics</a:t>
            </a:r>
          </a:p>
        </p:txBody>
      </p:sp>
      <p:sp>
        <p:nvSpPr>
          <p:cNvPr id="10" name="吹き出し: 折線 9">
            <a:extLst>
              <a:ext uri="{FF2B5EF4-FFF2-40B4-BE49-F238E27FC236}">
                <a16:creationId xmlns:a16="http://schemas.microsoft.com/office/drawing/2014/main" id="{AB2A44AA-071F-91FB-4271-68F36D507063}"/>
              </a:ext>
            </a:extLst>
          </p:cNvPr>
          <p:cNvSpPr>
            <a:spLocks noGrp="1"/>
          </p:cNvSpPr>
          <p:nvPr/>
        </p:nvSpPr>
        <p:spPr>
          <a:xfrm>
            <a:off x="6190498" y="4677976"/>
            <a:ext cx="3221791" cy="4020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4194"/>
              <a:gd name="adj6" fmla="val -2760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/>
              <a:t>2. </a:t>
            </a:r>
            <a:r>
              <a:rPr lang="ja-JP" altLang="en-US" dirty="0"/>
              <a:t>タイムライン</a:t>
            </a:r>
            <a:r>
              <a:rPr dirty="0"/>
              <a:t> / </a:t>
            </a:r>
            <a:r>
              <a:rPr lang="en-US" altLang="ja-JP" dirty="0"/>
              <a:t>Timelines</a:t>
            </a:r>
            <a:endParaRPr dirty="0"/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57104A7E-C31F-F25B-0F24-8406E3319190}"/>
              </a:ext>
            </a:extLst>
          </p:cNvPr>
          <p:cNvSpPr>
            <a:spLocks noGrp="1"/>
          </p:cNvSpPr>
          <p:nvPr/>
        </p:nvSpPr>
        <p:spPr>
          <a:xfrm>
            <a:off x="1744988" y="3902100"/>
            <a:ext cx="4110736" cy="450800"/>
          </a:xfrm>
          <a:prstGeom prst="borderCallout1">
            <a:avLst>
              <a:gd name="adj1" fmla="val 64530"/>
              <a:gd name="adj2" fmla="val -1614"/>
              <a:gd name="adj3" fmla="val 291393"/>
              <a:gd name="adj4" fmla="val -16244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3. スタイル / Style</a:t>
            </a:r>
          </a:p>
        </p:txBody>
      </p:sp>
    </p:spTree>
    <p:extLst>
      <p:ext uri="{BB962C8B-B14F-4D97-AF65-F5344CB8AC3E}">
        <p14:creationId xmlns:p14="http://schemas.microsoft.com/office/powerpoint/2010/main" val="297681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rcRect b="5278"/>
          <a:stretch/>
        </p:blipFill>
        <p:spPr>
          <a:xfrm>
            <a:off x="693" y="0"/>
            <a:ext cx="11584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41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239</Words>
  <Application>Microsoft Office PowerPoint</Application>
  <DocSecurity>0</DocSecurity>
  <PresentationFormat>ユーザー設定</PresentationFormat>
  <Paragraphs>26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Okamoto Keiji</cp:lastModifiedBy>
  <cp:revision>6</cp:revision>
  <dcterms:created xsi:type="dcterms:W3CDTF">2026-08-04T17:30:26Z</dcterms:created>
  <dcterms:modified xsi:type="dcterms:W3CDTF">2026-08-05T05:50:20Z</dcterms:modified>
</cp:coreProperties>
</file>